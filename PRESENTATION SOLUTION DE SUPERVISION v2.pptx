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68" r:id="rId2"/>
    <p:sldMasterId id="2147483687" r:id="rId3"/>
  </p:sldMasterIdLst>
  <p:notesMasterIdLst>
    <p:notesMasterId r:id="rId20"/>
  </p:notesMasterIdLst>
  <p:sldIdLst>
    <p:sldId id="375" r:id="rId4"/>
    <p:sldId id="5238" r:id="rId5"/>
    <p:sldId id="5241" r:id="rId6"/>
    <p:sldId id="466" r:id="rId7"/>
    <p:sldId id="5243" r:id="rId8"/>
    <p:sldId id="5242" r:id="rId9"/>
    <p:sldId id="473" r:id="rId10"/>
    <p:sldId id="5250" r:id="rId11"/>
    <p:sldId id="474" r:id="rId12"/>
    <p:sldId id="468" r:id="rId13"/>
    <p:sldId id="471" r:id="rId14"/>
    <p:sldId id="5249" r:id="rId15"/>
    <p:sldId id="467" r:id="rId16"/>
    <p:sldId id="5240" r:id="rId17"/>
    <p:sldId id="333" r:id="rId18"/>
    <p:sldId id="462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00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5A7301-13E2-4CDF-B9CF-0A118739D4E8}" v="1333" dt="2026-01-09T13:49:26.8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1429" autoAdjust="0"/>
  </p:normalViewPr>
  <p:slideViewPr>
    <p:cSldViewPr snapToGrid="0">
      <p:cViewPr varScale="1">
        <p:scale>
          <a:sx n="63" d="100"/>
          <a:sy n="63" d="100"/>
        </p:scale>
        <p:origin x="2430" y="4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-1176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microsoft.com/office/2015/10/relationships/revisionInfo" Target="revisionInfo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SOUSSAN, Anatole" userId="fa6f68e6-2fca-4678-b022-dafb639cb702" providerId="ADAL" clId="{005A7301-13E2-4CDF-B9CF-0A118739D4E8}"/>
    <pc:docChg chg="undo redo custSel addSld delSld modSld sldOrd">
      <pc:chgData name="BENSOUSSAN, Anatole" userId="fa6f68e6-2fca-4678-b022-dafb639cb702" providerId="ADAL" clId="{005A7301-13E2-4CDF-B9CF-0A118739D4E8}" dt="2026-01-09T13:49:54.109" v="7360" actId="20577"/>
      <pc:docMkLst>
        <pc:docMk/>
      </pc:docMkLst>
      <pc:sldChg chg="modSp mod">
        <pc:chgData name="BENSOUSSAN, Anatole" userId="fa6f68e6-2fca-4678-b022-dafb639cb702" providerId="ADAL" clId="{005A7301-13E2-4CDF-B9CF-0A118739D4E8}" dt="2025-11-13T09:55:39.296" v="1447" actId="20577"/>
        <pc:sldMkLst>
          <pc:docMk/>
          <pc:sldMk cId="2753925710" sldId="333"/>
        </pc:sldMkLst>
        <pc:spChg chg="mod">
          <ac:chgData name="BENSOUSSAN, Anatole" userId="fa6f68e6-2fca-4678-b022-dafb639cb702" providerId="ADAL" clId="{005A7301-13E2-4CDF-B9CF-0A118739D4E8}" dt="2025-11-13T09:55:39.296" v="1447" actId="20577"/>
          <ac:spMkLst>
            <pc:docMk/>
            <pc:sldMk cId="2753925710" sldId="333"/>
            <ac:spMk id="2" creationId="{00000000-0000-0000-0000-000000000000}"/>
          </ac:spMkLst>
        </pc:spChg>
      </pc:sldChg>
      <pc:sldChg chg="modSp mod modNotesTx">
        <pc:chgData name="BENSOUSSAN, Anatole" userId="fa6f68e6-2fca-4678-b022-dafb639cb702" providerId="ADAL" clId="{005A7301-13E2-4CDF-B9CF-0A118739D4E8}" dt="2025-12-18T15:36:21.105" v="6048" actId="20577"/>
        <pc:sldMkLst>
          <pc:docMk/>
          <pc:sldMk cId="3234753053" sldId="375"/>
        </pc:sldMkLst>
        <pc:spChg chg="mod">
          <ac:chgData name="BENSOUSSAN, Anatole" userId="fa6f68e6-2fca-4678-b022-dafb639cb702" providerId="ADAL" clId="{005A7301-13E2-4CDF-B9CF-0A118739D4E8}" dt="2025-12-18T15:29:51.268" v="6041" actId="20577"/>
          <ac:spMkLst>
            <pc:docMk/>
            <pc:sldMk cId="3234753053" sldId="375"/>
            <ac:spMk id="7" creationId="{EB9EBC02-564E-4628-89EA-1EF569C91896}"/>
          </ac:spMkLst>
        </pc:spChg>
        <pc:spChg chg="mod">
          <ac:chgData name="BENSOUSSAN, Anatole" userId="fa6f68e6-2fca-4678-b022-dafb639cb702" providerId="ADAL" clId="{005A7301-13E2-4CDF-B9CF-0A118739D4E8}" dt="2025-12-18T15:36:21.105" v="6048" actId="20577"/>
          <ac:spMkLst>
            <pc:docMk/>
            <pc:sldMk cId="3234753053" sldId="375"/>
            <ac:spMk id="8" creationId="{BA7D9888-A9A5-4CE9-8E11-0EFE82624507}"/>
          </ac:spMkLst>
        </pc:spChg>
      </pc:sldChg>
      <pc:sldChg chg="delSp modSp del mod">
        <pc:chgData name="BENSOUSSAN, Anatole" userId="fa6f68e6-2fca-4678-b022-dafb639cb702" providerId="ADAL" clId="{005A7301-13E2-4CDF-B9CF-0A118739D4E8}" dt="2025-11-13T13:02:46.103" v="1768" actId="47"/>
        <pc:sldMkLst>
          <pc:docMk/>
          <pc:sldMk cId="2869322826" sldId="400"/>
        </pc:sldMkLst>
      </pc:sldChg>
      <pc:sldChg chg="modSp mod">
        <pc:chgData name="BENSOUSSAN, Anatole" userId="fa6f68e6-2fca-4678-b022-dafb639cb702" providerId="ADAL" clId="{005A7301-13E2-4CDF-B9CF-0A118739D4E8}" dt="2025-11-13T09:55:46.920" v="1452" actId="20577"/>
        <pc:sldMkLst>
          <pc:docMk/>
          <pc:sldMk cId="3291066523" sldId="462"/>
        </pc:sldMkLst>
        <pc:spChg chg="mod">
          <ac:chgData name="BENSOUSSAN, Anatole" userId="fa6f68e6-2fca-4678-b022-dafb639cb702" providerId="ADAL" clId="{005A7301-13E2-4CDF-B9CF-0A118739D4E8}" dt="2025-11-13T09:55:46.920" v="1452" actId="20577"/>
          <ac:spMkLst>
            <pc:docMk/>
            <pc:sldMk cId="3291066523" sldId="462"/>
            <ac:spMk id="2" creationId="{D92C5E98-08E0-69A8-F500-AF89BCFA019F}"/>
          </ac:spMkLst>
        </pc:spChg>
      </pc:sldChg>
      <pc:sldChg chg="addSp delSp modSp mod modNotesTx">
        <pc:chgData name="BENSOUSSAN, Anatole" userId="fa6f68e6-2fca-4678-b022-dafb639cb702" providerId="ADAL" clId="{005A7301-13E2-4CDF-B9CF-0A118739D4E8}" dt="2026-01-08T14:40:12.157" v="6767" actId="20577"/>
        <pc:sldMkLst>
          <pc:docMk/>
          <pc:sldMk cId="3115357426" sldId="466"/>
        </pc:sldMkLst>
        <pc:spChg chg="mod">
          <ac:chgData name="BENSOUSSAN, Anatole" userId="fa6f68e6-2fca-4678-b022-dafb639cb702" providerId="ADAL" clId="{005A7301-13E2-4CDF-B9CF-0A118739D4E8}" dt="2025-12-23T09:45:28.772" v="6489" actId="1037"/>
          <ac:spMkLst>
            <pc:docMk/>
            <pc:sldMk cId="3115357426" sldId="466"/>
            <ac:spMk id="3" creationId="{54EA9B10-C7F5-8297-7F79-9664178F3073}"/>
          </ac:spMkLst>
        </pc:spChg>
        <pc:spChg chg="mod">
          <ac:chgData name="BENSOUSSAN, Anatole" userId="fa6f68e6-2fca-4678-b022-dafb639cb702" providerId="ADAL" clId="{005A7301-13E2-4CDF-B9CF-0A118739D4E8}" dt="2025-12-23T09:45:15.785" v="6473" actId="1035"/>
          <ac:spMkLst>
            <pc:docMk/>
            <pc:sldMk cId="3115357426" sldId="466"/>
            <ac:spMk id="6" creationId="{561D0D0F-6A6F-5996-27E7-5EC81C72E597}"/>
          </ac:spMkLst>
        </pc:spChg>
        <pc:spChg chg="mod">
          <ac:chgData name="BENSOUSSAN, Anatole" userId="fa6f68e6-2fca-4678-b022-dafb639cb702" providerId="ADAL" clId="{005A7301-13E2-4CDF-B9CF-0A118739D4E8}" dt="2025-12-23T09:45:07.562" v="6448" actId="1037"/>
          <ac:spMkLst>
            <pc:docMk/>
            <pc:sldMk cId="3115357426" sldId="466"/>
            <ac:spMk id="8" creationId="{A0D16832-E9F7-5AA1-46F6-DDC670809E58}"/>
          </ac:spMkLst>
        </pc:spChg>
        <pc:spChg chg="add mod">
          <ac:chgData name="BENSOUSSAN, Anatole" userId="fa6f68e6-2fca-4678-b022-dafb639cb702" providerId="ADAL" clId="{005A7301-13E2-4CDF-B9CF-0A118739D4E8}" dt="2025-12-23T09:44:47.417" v="6426" actId="1038"/>
          <ac:spMkLst>
            <pc:docMk/>
            <pc:sldMk cId="3115357426" sldId="466"/>
            <ac:spMk id="11" creationId="{7131EB4F-9C52-F37A-0DB9-89E6E31254DA}"/>
          </ac:spMkLst>
        </pc:spChg>
        <pc:spChg chg="mod">
          <ac:chgData name="BENSOUSSAN, Anatole" userId="fa6f68e6-2fca-4678-b022-dafb639cb702" providerId="ADAL" clId="{005A7301-13E2-4CDF-B9CF-0A118739D4E8}" dt="2025-11-27T09:08:41.726" v="4568" actId="20577"/>
          <ac:spMkLst>
            <pc:docMk/>
            <pc:sldMk cId="3115357426" sldId="466"/>
            <ac:spMk id="26" creationId="{C8ECE297-1C84-45BC-AAFB-C69C53FFA6FE}"/>
          </ac:spMkLst>
        </pc:spChg>
        <pc:picChg chg="add mod">
          <ac:chgData name="BENSOUSSAN, Anatole" userId="fa6f68e6-2fca-4678-b022-dafb639cb702" providerId="ADAL" clId="{005A7301-13E2-4CDF-B9CF-0A118739D4E8}" dt="2025-12-23T09:44:47.417" v="6426" actId="1038"/>
          <ac:picMkLst>
            <pc:docMk/>
            <pc:sldMk cId="3115357426" sldId="466"/>
            <ac:picMk id="1026" creationId="{76080408-EFAA-F73C-E6BD-28022D6D8159}"/>
          </ac:picMkLst>
        </pc:picChg>
        <pc:picChg chg="mod">
          <ac:chgData name="BENSOUSSAN, Anatole" userId="fa6f68e6-2fca-4678-b022-dafb639cb702" providerId="ADAL" clId="{005A7301-13E2-4CDF-B9CF-0A118739D4E8}" dt="2025-12-23T09:45:28.772" v="6489" actId="1037"/>
          <ac:picMkLst>
            <pc:docMk/>
            <pc:sldMk cId="3115357426" sldId="466"/>
            <ac:picMk id="8194" creationId="{7FC52B5E-C2CB-2807-CD78-14B95109A795}"/>
          </ac:picMkLst>
        </pc:picChg>
        <pc:picChg chg="mod">
          <ac:chgData name="BENSOUSSAN, Anatole" userId="fa6f68e6-2fca-4678-b022-dafb639cb702" providerId="ADAL" clId="{005A7301-13E2-4CDF-B9CF-0A118739D4E8}" dt="2025-12-23T09:45:15.785" v="6473" actId="1035"/>
          <ac:picMkLst>
            <pc:docMk/>
            <pc:sldMk cId="3115357426" sldId="466"/>
            <ac:picMk id="8196" creationId="{3E50C619-FB08-CF91-8E19-61987534EE2C}"/>
          </ac:picMkLst>
        </pc:picChg>
        <pc:picChg chg="mod">
          <ac:chgData name="BENSOUSSAN, Anatole" userId="fa6f68e6-2fca-4678-b022-dafb639cb702" providerId="ADAL" clId="{005A7301-13E2-4CDF-B9CF-0A118739D4E8}" dt="2025-12-23T09:45:07.562" v="6448" actId="1037"/>
          <ac:picMkLst>
            <pc:docMk/>
            <pc:sldMk cId="3115357426" sldId="466"/>
            <ac:picMk id="8202" creationId="{B18D6174-6141-7924-D4D5-92C57C507DB4}"/>
          </ac:picMkLst>
        </pc:picChg>
      </pc:sldChg>
      <pc:sldChg chg="addSp delSp modSp mod ord modNotesTx">
        <pc:chgData name="BENSOUSSAN, Anatole" userId="fa6f68e6-2fca-4678-b022-dafb639cb702" providerId="ADAL" clId="{005A7301-13E2-4CDF-B9CF-0A118739D4E8}" dt="2026-01-08T13:51:27.261" v="6678" actId="20577"/>
        <pc:sldMkLst>
          <pc:docMk/>
          <pc:sldMk cId="243096670" sldId="467"/>
        </pc:sldMkLst>
        <pc:graphicFrameChg chg="mod modGraphic">
          <ac:chgData name="BENSOUSSAN, Anatole" userId="fa6f68e6-2fca-4678-b022-dafb639cb702" providerId="ADAL" clId="{005A7301-13E2-4CDF-B9CF-0A118739D4E8}" dt="2026-01-08T13:51:27.261" v="6678" actId="20577"/>
          <ac:graphicFrameMkLst>
            <pc:docMk/>
            <pc:sldMk cId="243096670" sldId="467"/>
            <ac:graphicFrameMk id="4" creationId="{56F26B9B-A1B5-A886-2A16-52DDA6739F8A}"/>
          </ac:graphicFrameMkLst>
        </pc:graphicFrameChg>
      </pc:sldChg>
      <pc:sldChg chg="addSp delSp modSp mod ord modNotesTx">
        <pc:chgData name="BENSOUSSAN, Anatole" userId="fa6f68e6-2fca-4678-b022-dafb639cb702" providerId="ADAL" clId="{005A7301-13E2-4CDF-B9CF-0A118739D4E8}" dt="2025-12-18T15:54:23.910" v="6117" actId="20577"/>
        <pc:sldMkLst>
          <pc:docMk/>
          <pc:sldMk cId="3021139344" sldId="468"/>
        </pc:sldMkLst>
        <pc:spChg chg="mod">
          <ac:chgData name="BENSOUSSAN, Anatole" userId="fa6f68e6-2fca-4678-b022-dafb639cb702" providerId="ADAL" clId="{005A7301-13E2-4CDF-B9CF-0A118739D4E8}" dt="2025-11-20T14:15:28.489" v="3940" actId="20577"/>
          <ac:spMkLst>
            <pc:docMk/>
            <pc:sldMk cId="3021139344" sldId="468"/>
            <ac:spMk id="26" creationId="{C8ECE297-1C84-45BC-AAFB-C69C53FFA6FE}"/>
          </ac:spMkLst>
        </pc:spChg>
        <pc:picChg chg="add mod">
          <ac:chgData name="BENSOUSSAN, Anatole" userId="fa6f68e6-2fca-4678-b022-dafb639cb702" providerId="ADAL" clId="{005A7301-13E2-4CDF-B9CF-0A118739D4E8}" dt="2025-11-06T14:29:15.890" v="73" actId="1076"/>
          <ac:picMkLst>
            <pc:docMk/>
            <pc:sldMk cId="3021139344" sldId="468"/>
            <ac:picMk id="2" creationId="{CB3DBE1F-5013-DE4C-E3AC-8BCBFE65A967}"/>
          </ac:picMkLst>
        </pc:picChg>
        <pc:picChg chg="add mod">
          <ac:chgData name="BENSOUSSAN, Anatole" userId="fa6f68e6-2fca-4678-b022-dafb639cb702" providerId="ADAL" clId="{005A7301-13E2-4CDF-B9CF-0A118739D4E8}" dt="2025-12-18T15:50:18.626" v="6055" actId="1076"/>
          <ac:picMkLst>
            <pc:docMk/>
            <pc:sldMk cId="3021139344" sldId="468"/>
            <ac:picMk id="1026" creationId="{3DBFCD8E-A105-2E7A-1865-099441CA6438}"/>
          </ac:picMkLst>
        </pc:picChg>
      </pc:sldChg>
      <pc:sldChg chg="addSp delSp modSp del mod modNotesTx">
        <pc:chgData name="BENSOUSSAN, Anatole" userId="fa6f68e6-2fca-4678-b022-dafb639cb702" providerId="ADAL" clId="{005A7301-13E2-4CDF-B9CF-0A118739D4E8}" dt="2025-11-27T09:19:20.914" v="4652" actId="47"/>
        <pc:sldMkLst>
          <pc:docMk/>
          <pc:sldMk cId="2363961352" sldId="469"/>
        </pc:sldMkLst>
      </pc:sldChg>
      <pc:sldChg chg="addSp delSp modSp del mod modNotesTx">
        <pc:chgData name="BENSOUSSAN, Anatole" userId="fa6f68e6-2fca-4678-b022-dafb639cb702" providerId="ADAL" clId="{005A7301-13E2-4CDF-B9CF-0A118739D4E8}" dt="2025-11-27T13:27:31.812" v="5245" actId="47"/>
        <pc:sldMkLst>
          <pc:docMk/>
          <pc:sldMk cId="3781242249" sldId="470"/>
        </pc:sldMkLst>
      </pc:sldChg>
      <pc:sldChg chg="addSp delSp modSp mod modNotesTx">
        <pc:chgData name="BENSOUSSAN, Anatole" userId="fa6f68e6-2fca-4678-b022-dafb639cb702" providerId="ADAL" clId="{005A7301-13E2-4CDF-B9CF-0A118739D4E8}" dt="2026-01-08T15:52:55.845" v="7319" actId="20577"/>
        <pc:sldMkLst>
          <pc:docMk/>
          <pc:sldMk cId="1539646766" sldId="471"/>
        </pc:sldMkLst>
        <pc:spChg chg="add mod">
          <ac:chgData name="BENSOUSSAN, Anatole" userId="fa6f68e6-2fca-4678-b022-dafb639cb702" providerId="ADAL" clId="{005A7301-13E2-4CDF-B9CF-0A118739D4E8}" dt="2026-01-08T15:49:24.820" v="7302" actId="255"/>
          <ac:spMkLst>
            <pc:docMk/>
            <pc:sldMk cId="1539646766" sldId="471"/>
            <ac:spMk id="4" creationId="{F3132BE9-5C20-364A-78AE-311B72B61E23}"/>
          </ac:spMkLst>
        </pc:spChg>
        <pc:spChg chg="add mod">
          <ac:chgData name="BENSOUSSAN, Anatole" userId="fa6f68e6-2fca-4678-b022-dafb639cb702" providerId="ADAL" clId="{005A7301-13E2-4CDF-B9CF-0A118739D4E8}" dt="2026-01-08T15:52:55.845" v="7319" actId="20577"/>
          <ac:spMkLst>
            <pc:docMk/>
            <pc:sldMk cId="1539646766" sldId="471"/>
            <ac:spMk id="8" creationId="{72A1256F-BCF6-91E5-A6AE-9B28D119B0F7}"/>
          </ac:spMkLst>
        </pc:spChg>
        <pc:spChg chg="add del mod">
          <ac:chgData name="BENSOUSSAN, Anatole" userId="fa6f68e6-2fca-4678-b022-dafb639cb702" providerId="ADAL" clId="{005A7301-13E2-4CDF-B9CF-0A118739D4E8}" dt="2026-01-08T14:49:41.975" v="6873"/>
          <ac:spMkLst>
            <pc:docMk/>
            <pc:sldMk cId="1539646766" sldId="471"/>
            <ac:spMk id="10" creationId="{1986ACFA-FC4A-020D-D34D-D95A5E0F80EB}"/>
          </ac:spMkLst>
        </pc:spChg>
        <pc:spChg chg="add del mod">
          <ac:chgData name="BENSOUSSAN, Anatole" userId="fa6f68e6-2fca-4678-b022-dafb639cb702" providerId="ADAL" clId="{005A7301-13E2-4CDF-B9CF-0A118739D4E8}" dt="2026-01-08T14:48:45.652" v="6866" actId="22"/>
          <ac:spMkLst>
            <pc:docMk/>
            <pc:sldMk cId="1539646766" sldId="471"/>
            <ac:spMk id="14" creationId="{30AA247F-363E-0448-FD29-CC7F5DA20C85}"/>
          </ac:spMkLst>
        </pc:spChg>
        <pc:spChg chg="mod">
          <ac:chgData name="BENSOUSSAN, Anatole" userId="fa6f68e6-2fca-4678-b022-dafb639cb702" providerId="ADAL" clId="{005A7301-13E2-4CDF-B9CF-0A118739D4E8}" dt="2025-12-18T15:16:48.859" v="5944"/>
          <ac:spMkLst>
            <pc:docMk/>
            <pc:sldMk cId="1539646766" sldId="471"/>
            <ac:spMk id="26" creationId="{78F43FEB-2ABB-A99C-7082-8774542CA1B9}"/>
          </ac:spMkLst>
        </pc:spChg>
        <pc:picChg chg="add mod">
          <ac:chgData name="BENSOUSSAN, Anatole" userId="fa6f68e6-2fca-4678-b022-dafb639cb702" providerId="ADAL" clId="{005A7301-13E2-4CDF-B9CF-0A118739D4E8}" dt="2025-12-19T13:34:21.711" v="6193" actId="1038"/>
          <ac:picMkLst>
            <pc:docMk/>
            <pc:sldMk cId="1539646766" sldId="471"/>
            <ac:picMk id="3" creationId="{DD044038-172A-2D22-E482-82427583E74C}"/>
          </ac:picMkLst>
        </pc:picChg>
      </pc:sldChg>
      <pc:sldChg chg="addSp delSp modSp mod ord modNotesTx">
        <pc:chgData name="BENSOUSSAN, Anatole" userId="fa6f68e6-2fca-4678-b022-dafb639cb702" providerId="ADAL" clId="{005A7301-13E2-4CDF-B9CF-0A118739D4E8}" dt="2026-01-08T15:23:05.051" v="7255" actId="20577"/>
        <pc:sldMkLst>
          <pc:docMk/>
          <pc:sldMk cId="1952583339" sldId="473"/>
        </pc:sldMkLst>
        <pc:spChg chg="add mod">
          <ac:chgData name="BENSOUSSAN, Anatole" userId="fa6f68e6-2fca-4678-b022-dafb639cb702" providerId="ADAL" clId="{005A7301-13E2-4CDF-B9CF-0A118739D4E8}" dt="2026-01-08T15:14:55.796" v="7175" actId="20577"/>
          <ac:spMkLst>
            <pc:docMk/>
            <pc:sldMk cId="1952583339" sldId="473"/>
            <ac:spMk id="4" creationId="{CC05C6F4-9355-7730-C41E-7695CA89DF06}"/>
          </ac:spMkLst>
        </pc:spChg>
        <pc:spChg chg="add mod">
          <ac:chgData name="BENSOUSSAN, Anatole" userId="fa6f68e6-2fca-4678-b022-dafb639cb702" providerId="ADAL" clId="{005A7301-13E2-4CDF-B9CF-0A118739D4E8}" dt="2026-01-08T15:23:05.051" v="7255" actId="20577"/>
          <ac:spMkLst>
            <pc:docMk/>
            <pc:sldMk cId="1952583339" sldId="473"/>
            <ac:spMk id="6" creationId="{06372EFD-1BED-61B6-CC64-AD302AE92F87}"/>
          </ac:spMkLst>
        </pc:spChg>
        <pc:spChg chg="mod">
          <ac:chgData name="BENSOUSSAN, Anatole" userId="fa6f68e6-2fca-4678-b022-dafb639cb702" providerId="ADAL" clId="{005A7301-13E2-4CDF-B9CF-0A118739D4E8}" dt="2025-11-20T09:22:49.010" v="3574" actId="20577"/>
          <ac:spMkLst>
            <pc:docMk/>
            <pc:sldMk cId="1952583339" sldId="473"/>
            <ac:spMk id="26" creationId="{F65921D5-15DD-2469-D9DD-DA65829D8C76}"/>
          </ac:spMkLst>
        </pc:spChg>
        <pc:picChg chg="add mod">
          <ac:chgData name="BENSOUSSAN, Anatole" userId="fa6f68e6-2fca-4678-b022-dafb639cb702" providerId="ADAL" clId="{005A7301-13E2-4CDF-B9CF-0A118739D4E8}" dt="2025-11-06T14:28:12.626" v="67"/>
          <ac:picMkLst>
            <pc:docMk/>
            <pc:sldMk cId="1952583339" sldId="473"/>
            <ac:picMk id="3" creationId="{4A2AC8B9-B460-0363-A0A0-1270ADF1040D}"/>
          </ac:picMkLst>
        </pc:picChg>
      </pc:sldChg>
      <pc:sldChg chg="addSp delSp modSp mod modNotesTx">
        <pc:chgData name="BENSOUSSAN, Anatole" userId="fa6f68e6-2fca-4678-b022-dafb639cb702" providerId="ADAL" clId="{005A7301-13E2-4CDF-B9CF-0A118739D4E8}" dt="2026-01-09T13:49:54.109" v="7360" actId="20577"/>
        <pc:sldMkLst>
          <pc:docMk/>
          <pc:sldMk cId="2302887197" sldId="474"/>
        </pc:sldMkLst>
        <pc:spChg chg="add mod">
          <ac:chgData name="BENSOUSSAN, Anatole" userId="fa6f68e6-2fca-4678-b022-dafb639cb702" providerId="ADAL" clId="{005A7301-13E2-4CDF-B9CF-0A118739D4E8}" dt="2026-01-09T13:44:58.977" v="7351" actId="20577"/>
          <ac:spMkLst>
            <pc:docMk/>
            <pc:sldMk cId="2302887197" sldId="474"/>
            <ac:spMk id="2" creationId="{D7740FCF-0929-13CC-21A1-8004422DDE43}"/>
          </ac:spMkLst>
        </pc:spChg>
        <pc:spChg chg="add mod">
          <ac:chgData name="BENSOUSSAN, Anatole" userId="fa6f68e6-2fca-4678-b022-dafb639cb702" providerId="ADAL" clId="{005A7301-13E2-4CDF-B9CF-0A118739D4E8}" dt="2025-12-18T14:49:39.620" v="5810" actId="12"/>
          <ac:spMkLst>
            <pc:docMk/>
            <pc:sldMk cId="2302887197" sldId="474"/>
            <ac:spMk id="6" creationId="{31D36BE7-F6DF-7591-E302-EFD0701BFDE3}"/>
          </ac:spMkLst>
        </pc:spChg>
        <pc:spChg chg="mod">
          <ac:chgData name="BENSOUSSAN, Anatole" userId="fa6f68e6-2fca-4678-b022-dafb639cb702" providerId="ADAL" clId="{005A7301-13E2-4CDF-B9CF-0A118739D4E8}" dt="2025-11-20T13:57:23.348" v="3727" actId="255"/>
          <ac:spMkLst>
            <pc:docMk/>
            <pc:sldMk cId="2302887197" sldId="474"/>
            <ac:spMk id="26" creationId="{79EBAD45-7CD3-794E-44EF-3812444AE5A2}"/>
          </ac:spMkLst>
        </pc:spChg>
        <pc:picChg chg="add mod">
          <ac:chgData name="BENSOUSSAN, Anatole" userId="fa6f68e6-2fca-4678-b022-dafb639cb702" providerId="ADAL" clId="{005A7301-13E2-4CDF-B9CF-0A118739D4E8}" dt="2025-11-06T14:29:23.700" v="74"/>
          <ac:picMkLst>
            <pc:docMk/>
            <pc:sldMk cId="2302887197" sldId="474"/>
            <ac:picMk id="3" creationId="{E7814E1F-70BB-3B17-0D9A-811CD1C48345}"/>
          </ac:picMkLst>
        </pc:picChg>
      </pc:sldChg>
      <pc:sldChg chg="addSp delSp modSp del mod modNotesTx">
        <pc:chgData name="BENSOUSSAN, Anatole" userId="fa6f68e6-2fca-4678-b022-dafb639cb702" providerId="ADAL" clId="{005A7301-13E2-4CDF-B9CF-0A118739D4E8}" dt="2025-11-27T09:19:20.914" v="4652" actId="47"/>
        <pc:sldMkLst>
          <pc:docMk/>
          <pc:sldMk cId="4251237401" sldId="475"/>
        </pc:sldMkLst>
      </pc:sldChg>
      <pc:sldChg chg="addSp delSp modSp add del mod modNotesTx">
        <pc:chgData name="BENSOUSSAN, Anatole" userId="fa6f68e6-2fca-4678-b022-dafb639cb702" providerId="ADAL" clId="{005A7301-13E2-4CDF-B9CF-0A118739D4E8}" dt="2025-12-18T15:14:22.205" v="5925" actId="47"/>
        <pc:sldMkLst>
          <pc:docMk/>
          <pc:sldMk cId="3348159062" sldId="476"/>
        </pc:sldMkLst>
      </pc:sldChg>
      <pc:sldChg chg="addSp delSp modSp del mod modNotesTx">
        <pc:chgData name="BENSOUSSAN, Anatole" userId="fa6f68e6-2fca-4678-b022-dafb639cb702" providerId="ADAL" clId="{005A7301-13E2-4CDF-B9CF-0A118739D4E8}" dt="2025-12-18T15:18:28.725" v="6040" actId="47"/>
        <pc:sldMkLst>
          <pc:docMk/>
          <pc:sldMk cId="92571953" sldId="477"/>
        </pc:sldMkLst>
      </pc:sldChg>
      <pc:sldChg chg="addSp delSp modSp mod">
        <pc:chgData name="BENSOUSSAN, Anatole" userId="fa6f68e6-2fca-4678-b022-dafb639cb702" providerId="ADAL" clId="{005A7301-13E2-4CDF-B9CF-0A118739D4E8}" dt="2025-11-27T14:32:03.588" v="5616" actId="20577"/>
        <pc:sldMkLst>
          <pc:docMk/>
          <pc:sldMk cId="3732897697" sldId="5238"/>
        </pc:sldMkLst>
        <pc:spChg chg="add del mod">
          <ac:chgData name="BENSOUSSAN, Anatole" userId="fa6f68e6-2fca-4678-b022-dafb639cb702" providerId="ADAL" clId="{005A7301-13E2-4CDF-B9CF-0A118739D4E8}" dt="2025-11-13T13:02:43.666" v="1767" actId="478"/>
          <ac:spMkLst>
            <pc:docMk/>
            <pc:sldMk cId="3732897697" sldId="5238"/>
            <ac:spMk id="20" creationId="{303E5987-7F33-4F2E-967E-BAC5F4D8B4B5}"/>
          </ac:spMkLst>
        </pc:spChg>
        <pc:spChg chg="add mod">
          <ac:chgData name="BENSOUSSAN, Anatole" userId="fa6f68e6-2fca-4678-b022-dafb639cb702" providerId="ADAL" clId="{005A7301-13E2-4CDF-B9CF-0A118739D4E8}" dt="2025-11-27T14:32:03.588" v="5616" actId="20577"/>
          <ac:spMkLst>
            <pc:docMk/>
            <pc:sldMk cId="3732897697" sldId="5238"/>
            <ac:spMk id="40" creationId="{E3A202A2-191E-01E5-76CC-0B9718085EEC}"/>
          </ac:spMkLst>
        </pc:spChg>
      </pc:sldChg>
      <pc:sldChg chg="new del">
        <pc:chgData name="BENSOUSSAN, Anatole" userId="fa6f68e6-2fca-4678-b022-dafb639cb702" providerId="ADAL" clId="{005A7301-13E2-4CDF-B9CF-0A118739D4E8}" dt="2025-11-13T09:37:00.224" v="923" actId="47"/>
        <pc:sldMkLst>
          <pc:docMk/>
          <pc:sldMk cId="503661734" sldId="5239"/>
        </pc:sldMkLst>
      </pc:sldChg>
      <pc:sldChg chg="new del">
        <pc:chgData name="BENSOUSSAN, Anatole" userId="fa6f68e6-2fca-4678-b022-dafb639cb702" providerId="ADAL" clId="{005A7301-13E2-4CDF-B9CF-0A118739D4E8}" dt="2025-11-13T09:36:40.322" v="920" actId="680"/>
        <pc:sldMkLst>
          <pc:docMk/>
          <pc:sldMk cId="825233630" sldId="5239"/>
        </pc:sldMkLst>
      </pc:sldChg>
      <pc:sldChg chg="del">
        <pc:chgData name="BENSOUSSAN, Anatole" userId="fa6f68e6-2fca-4678-b022-dafb639cb702" providerId="ADAL" clId="{005A7301-13E2-4CDF-B9CF-0A118739D4E8}" dt="2025-11-06T15:26:27.661" v="644" actId="47"/>
        <pc:sldMkLst>
          <pc:docMk/>
          <pc:sldMk cId="1635409845" sldId="5239"/>
        </pc:sldMkLst>
      </pc:sldChg>
      <pc:sldChg chg="addSp delSp modSp add mod modNotesTx">
        <pc:chgData name="BENSOUSSAN, Anatole" userId="fa6f68e6-2fca-4678-b022-dafb639cb702" providerId="ADAL" clId="{005A7301-13E2-4CDF-B9CF-0A118739D4E8}" dt="2026-01-08T16:03:07.448" v="7347" actId="20577"/>
        <pc:sldMkLst>
          <pc:docMk/>
          <pc:sldMk cId="2462345947" sldId="5240"/>
        </pc:sldMkLst>
        <pc:spChg chg="add del mod">
          <ac:chgData name="BENSOUSSAN, Anatole" userId="fa6f68e6-2fca-4678-b022-dafb639cb702" providerId="ADAL" clId="{005A7301-13E2-4CDF-B9CF-0A118739D4E8}" dt="2026-01-08T16:02:07.615" v="7346"/>
          <ac:spMkLst>
            <pc:docMk/>
            <pc:sldMk cId="2462345947" sldId="5240"/>
            <ac:spMk id="2" creationId="{1E6609E2-F938-F4F0-53A2-37923E15A5F6}"/>
          </ac:spMkLst>
        </pc:spChg>
        <pc:spChg chg="add mod">
          <ac:chgData name="BENSOUSSAN, Anatole" userId="fa6f68e6-2fca-4678-b022-dafb639cb702" providerId="ADAL" clId="{005A7301-13E2-4CDF-B9CF-0A118739D4E8}" dt="2026-01-08T16:01:45.516" v="7344" actId="20577"/>
          <ac:spMkLst>
            <pc:docMk/>
            <pc:sldMk cId="2462345947" sldId="5240"/>
            <ac:spMk id="7" creationId="{2F8F275E-D8DC-8588-FB54-8ADA4714EBDC}"/>
          </ac:spMkLst>
        </pc:spChg>
        <pc:spChg chg="mod">
          <ac:chgData name="BENSOUSSAN, Anatole" userId="fa6f68e6-2fca-4678-b022-dafb639cb702" providerId="ADAL" clId="{005A7301-13E2-4CDF-B9CF-0A118739D4E8}" dt="2025-11-13T09:39:56.933" v="990" actId="20577"/>
          <ac:spMkLst>
            <pc:docMk/>
            <pc:sldMk cId="2462345947" sldId="5240"/>
            <ac:spMk id="26" creationId="{1C858776-F503-82E3-F121-449DD379741A}"/>
          </ac:spMkLst>
        </pc:spChg>
        <pc:picChg chg="add mod">
          <ac:chgData name="BENSOUSSAN, Anatole" userId="fa6f68e6-2fca-4678-b022-dafb639cb702" providerId="ADAL" clId="{005A7301-13E2-4CDF-B9CF-0A118739D4E8}" dt="2025-11-13T09:39:11.419" v="963" actId="1076"/>
          <ac:picMkLst>
            <pc:docMk/>
            <pc:sldMk cId="2462345947" sldId="5240"/>
            <ac:picMk id="6" creationId="{34BC3CD6-BEE4-3B72-47C5-D03AEF41F0C3}"/>
          </ac:picMkLst>
        </pc:picChg>
      </pc:sldChg>
      <pc:sldChg chg="addSp delSp modSp new mod modClrScheme chgLayout modNotesTx">
        <pc:chgData name="BENSOUSSAN, Anatole" userId="fa6f68e6-2fca-4678-b022-dafb639cb702" providerId="ADAL" clId="{005A7301-13E2-4CDF-B9CF-0A118739D4E8}" dt="2026-01-08T15:31:52.290" v="7282" actId="255"/>
        <pc:sldMkLst>
          <pc:docMk/>
          <pc:sldMk cId="3458667699" sldId="5241"/>
        </pc:sldMkLst>
        <pc:spChg chg="add mod">
          <ac:chgData name="BENSOUSSAN, Anatole" userId="fa6f68e6-2fca-4678-b022-dafb639cb702" providerId="ADAL" clId="{005A7301-13E2-4CDF-B9CF-0A118739D4E8}" dt="2025-11-13T14:08:07.690" v="2602" actId="20577"/>
          <ac:spMkLst>
            <pc:docMk/>
            <pc:sldMk cId="3458667699" sldId="5241"/>
            <ac:spMk id="6" creationId="{7E8D1AF8-1EE0-254D-3DBA-D5A20888D177}"/>
          </ac:spMkLst>
        </pc:spChg>
        <pc:spChg chg="add mod">
          <ac:chgData name="BENSOUSSAN, Anatole" userId="fa6f68e6-2fca-4678-b022-dafb639cb702" providerId="ADAL" clId="{005A7301-13E2-4CDF-B9CF-0A118739D4E8}" dt="2026-01-08T15:31:52.290" v="7282" actId="255"/>
          <ac:spMkLst>
            <pc:docMk/>
            <pc:sldMk cId="3458667699" sldId="5241"/>
            <ac:spMk id="10" creationId="{EE04A8E1-CA1E-EE25-829A-A5985E9BF6F1}"/>
          </ac:spMkLst>
        </pc:spChg>
        <pc:spChg chg="add mod">
          <ac:chgData name="BENSOUSSAN, Anatole" userId="fa6f68e6-2fca-4678-b022-dafb639cb702" providerId="ADAL" clId="{005A7301-13E2-4CDF-B9CF-0A118739D4E8}" dt="2026-01-08T15:30:58.138" v="7277" actId="207"/>
          <ac:spMkLst>
            <pc:docMk/>
            <pc:sldMk cId="3458667699" sldId="5241"/>
            <ac:spMk id="12" creationId="{61828339-79B8-4263-8042-36F6A17AD2D7}"/>
          </ac:spMkLst>
        </pc:spChg>
        <pc:spChg chg="add mod">
          <ac:chgData name="BENSOUSSAN, Anatole" userId="fa6f68e6-2fca-4678-b022-dafb639cb702" providerId="ADAL" clId="{005A7301-13E2-4CDF-B9CF-0A118739D4E8}" dt="2026-01-08T15:30:58.138" v="7277" actId="207"/>
          <ac:spMkLst>
            <pc:docMk/>
            <pc:sldMk cId="3458667699" sldId="5241"/>
            <ac:spMk id="13" creationId="{7A936DA9-B3D4-43D0-96E8-346401131516}"/>
          </ac:spMkLst>
        </pc:spChg>
        <pc:grpChg chg="add mod">
          <ac:chgData name="BENSOUSSAN, Anatole" userId="fa6f68e6-2fca-4678-b022-dafb639cb702" providerId="ADAL" clId="{005A7301-13E2-4CDF-B9CF-0A118739D4E8}" dt="2025-11-13T14:13:42.113" v="2731" actId="1035"/>
          <ac:grpSpMkLst>
            <pc:docMk/>
            <pc:sldMk cId="3458667699" sldId="5241"/>
            <ac:grpSpMk id="11" creationId="{729CB63F-9069-4F9A-8581-B1E3289C4A59}"/>
          </ac:grpSpMkLst>
        </pc:grpChg>
      </pc:sldChg>
      <pc:sldChg chg="new del">
        <pc:chgData name="BENSOUSSAN, Anatole" userId="fa6f68e6-2fca-4678-b022-dafb639cb702" providerId="ADAL" clId="{005A7301-13E2-4CDF-B9CF-0A118739D4E8}" dt="2025-11-13T14:11:52.930" v="2614" actId="2696"/>
        <pc:sldMkLst>
          <pc:docMk/>
          <pc:sldMk cId="1252626470" sldId="5242"/>
        </pc:sldMkLst>
      </pc:sldChg>
      <pc:sldChg chg="addSp delSp modSp new mod ord modNotesTx">
        <pc:chgData name="BENSOUSSAN, Anatole" userId="fa6f68e6-2fca-4678-b022-dafb639cb702" providerId="ADAL" clId="{005A7301-13E2-4CDF-B9CF-0A118739D4E8}" dt="2026-01-08T14:56:56.687" v="7003" actId="20577"/>
        <pc:sldMkLst>
          <pc:docMk/>
          <pc:sldMk cId="3892534191" sldId="5242"/>
        </pc:sldMkLst>
        <pc:spChg chg="add mod">
          <ac:chgData name="BENSOUSSAN, Anatole" userId="fa6f68e6-2fca-4678-b022-dafb639cb702" providerId="ADAL" clId="{005A7301-13E2-4CDF-B9CF-0A118739D4E8}" dt="2025-11-14T13:40:29.675" v="3276" actId="1076"/>
          <ac:spMkLst>
            <pc:docMk/>
            <pc:sldMk cId="3892534191" sldId="5242"/>
            <ac:spMk id="9" creationId="{94F75167-2A21-EAED-FF77-3C837B89C742}"/>
          </ac:spMkLst>
        </pc:spChg>
        <pc:picChg chg="add mod">
          <ac:chgData name="BENSOUSSAN, Anatole" userId="fa6f68e6-2fca-4678-b022-dafb639cb702" providerId="ADAL" clId="{005A7301-13E2-4CDF-B9CF-0A118739D4E8}" dt="2025-11-20T09:21:19.537" v="3562" actId="14100"/>
          <ac:picMkLst>
            <pc:docMk/>
            <pc:sldMk cId="3892534191" sldId="5242"/>
            <ac:picMk id="3074" creationId="{1899E0D0-0B1F-594F-4CAE-BFC9E7FE35C4}"/>
          </ac:picMkLst>
        </pc:picChg>
      </pc:sldChg>
      <pc:sldChg chg="addSp delSp modSp add del mod ord modNotesTx">
        <pc:chgData name="BENSOUSSAN, Anatole" userId="fa6f68e6-2fca-4678-b022-dafb639cb702" providerId="ADAL" clId="{005A7301-13E2-4CDF-B9CF-0A118739D4E8}" dt="2026-01-08T15:20:45.668" v="7229" actId="20577"/>
        <pc:sldMkLst>
          <pc:docMk/>
          <pc:sldMk cId="900478940" sldId="5243"/>
        </pc:sldMkLst>
        <pc:spChg chg="add del mod">
          <ac:chgData name="BENSOUSSAN, Anatole" userId="fa6f68e6-2fca-4678-b022-dafb639cb702" providerId="ADAL" clId="{005A7301-13E2-4CDF-B9CF-0A118739D4E8}" dt="2026-01-08T14:45:49.315" v="6840" actId="20577"/>
          <ac:spMkLst>
            <pc:docMk/>
            <pc:sldMk cId="900478940" sldId="5243"/>
            <ac:spMk id="3" creationId="{A5ABA71B-8310-2599-7D83-5019869DBE49}"/>
          </ac:spMkLst>
        </pc:spChg>
        <pc:spChg chg="add mod">
          <ac:chgData name="BENSOUSSAN, Anatole" userId="fa6f68e6-2fca-4678-b022-dafb639cb702" providerId="ADAL" clId="{005A7301-13E2-4CDF-B9CF-0A118739D4E8}" dt="2026-01-08T15:20:45.668" v="7229" actId="20577"/>
          <ac:spMkLst>
            <pc:docMk/>
            <pc:sldMk cId="900478940" sldId="5243"/>
            <ac:spMk id="5" creationId="{1D8732F2-273C-208E-9CB3-FAA1AF1D7DC3}"/>
          </ac:spMkLst>
        </pc:spChg>
        <pc:spChg chg="mod">
          <ac:chgData name="BENSOUSSAN, Anatole" userId="fa6f68e6-2fca-4678-b022-dafb639cb702" providerId="ADAL" clId="{005A7301-13E2-4CDF-B9CF-0A118739D4E8}" dt="2026-01-08T14:43:12.538" v="6769" actId="14100"/>
          <ac:spMkLst>
            <pc:docMk/>
            <pc:sldMk cId="900478940" sldId="5243"/>
            <ac:spMk id="9" creationId="{766C57C2-B845-9A1A-39F0-1437E06879A2}"/>
          </ac:spMkLst>
        </pc:spChg>
      </pc:sldChg>
      <pc:sldChg chg="addSp delSp modSp add del mod modNotesTx">
        <pc:chgData name="BENSOUSSAN, Anatole" userId="fa6f68e6-2fca-4678-b022-dafb639cb702" providerId="ADAL" clId="{005A7301-13E2-4CDF-B9CF-0A118739D4E8}" dt="2025-12-18T14:47:49.486" v="5774" actId="47"/>
        <pc:sldMkLst>
          <pc:docMk/>
          <pc:sldMk cId="2861869118" sldId="5244"/>
        </pc:sldMkLst>
      </pc:sldChg>
      <pc:sldChg chg="addSp delSp modSp add del mod modNotesTx">
        <pc:chgData name="BENSOUSSAN, Anatole" userId="fa6f68e6-2fca-4678-b022-dafb639cb702" providerId="ADAL" clId="{005A7301-13E2-4CDF-B9CF-0A118739D4E8}" dt="2025-12-18T15:03:59.373" v="5861" actId="47"/>
        <pc:sldMkLst>
          <pc:docMk/>
          <pc:sldMk cId="511865907" sldId="5245"/>
        </pc:sldMkLst>
      </pc:sldChg>
      <pc:sldChg chg="addSp delSp modSp add del mod modNotesTx">
        <pc:chgData name="BENSOUSSAN, Anatole" userId="fa6f68e6-2fca-4678-b022-dafb639cb702" providerId="ADAL" clId="{005A7301-13E2-4CDF-B9CF-0A118739D4E8}" dt="2025-11-27T09:19:20.914" v="4652" actId="47"/>
        <pc:sldMkLst>
          <pc:docMk/>
          <pc:sldMk cId="31625616" sldId="5246"/>
        </pc:sldMkLst>
      </pc:sldChg>
      <pc:sldChg chg="delSp modSp add del mod">
        <pc:chgData name="BENSOUSSAN, Anatole" userId="fa6f68e6-2fca-4678-b022-dafb639cb702" providerId="ADAL" clId="{005A7301-13E2-4CDF-B9CF-0A118739D4E8}" dt="2025-12-23T08:42:31.358" v="6267" actId="47"/>
        <pc:sldMkLst>
          <pc:docMk/>
          <pc:sldMk cId="322261261" sldId="5247"/>
        </pc:sldMkLst>
      </pc:sldChg>
      <pc:sldChg chg="addSp delSp modSp add del mod modNotesTx">
        <pc:chgData name="BENSOUSSAN, Anatole" userId="fa6f68e6-2fca-4678-b022-dafb639cb702" providerId="ADAL" clId="{005A7301-13E2-4CDF-B9CF-0A118739D4E8}" dt="2025-12-23T09:57:19.816" v="6580" actId="47"/>
        <pc:sldMkLst>
          <pc:docMk/>
          <pc:sldMk cId="779119424" sldId="5248"/>
        </pc:sldMkLst>
      </pc:sldChg>
      <pc:sldChg chg="addSp delSp modSp new mod">
        <pc:chgData name="BENSOUSSAN, Anatole" userId="fa6f68e6-2fca-4678-b022-dafb639cb702" providerId="ADAL" clId="{005A7301-13E2-4CDF-B9CF-0A118739D4E8}" dt="2025-12-19T13:34:37.628" v="6220" actId="1037"/>
        <pc:sldMkLst>
          <pc:docMk/>
          <pc:sldMk cId="198041782" sldId="5249"/>
        </pc:sldMkLst>
        <pc:spChg chg="add mod">
          <ac:chgData name="BENSOUSSAN, Anatole" userId="fa6f68e6-2fca-4678-b022-dafb639cb702" providerId="ADAL" clId="{005A7301-13E2-4CDF-B9CF-0A118739D4E8}" dt="2025-11-27T10:12:10.326" v="4939" actId="14100"/>
          <ac:spMkLst>
            <pc:docMk/>
            <pc:sldMk cId="198041782" sldId="5249"/>
            <ac:spMk id="11" creationId="{CDDD5E5E-4688-7FE9-A253-0651F6467D77}"/>
          </ac:spMkLst>
        </pc:spChg>
        <pc:picChg chg="add mod ord modCrop">
          <ac:chgData name="BENSOUSSAN, Anatole" userId="fa6f68e6-2fca-4678-b022-dafb639cb702" providerId="ADAL" clId="{005A7301-13E2-4CDF-B9CF-0A118739D4E8}" dt="2025-11-27T10:15:10.210" v="4987" actId="1037"/>
          <ac:picMkLst>
            <pc:docMk/>
            <pc:sldMk cId="198041782" sldId="5249"/>
            <ac:picMk id="10" creationId="{68FFD10D-FF58-0FE4-8087-6237E1C1827F}"/>
          </ac:picMkLst>
        </pc:picChg>
        <pc:picChg chg="add mod">
          <ac:chgData name="BENSOUSSAN, Anatole" userId="fa6f68e6-2fca-4678-b022-dafb639cb702" providerId="ADAL" clId="{005A7301-13E2-4CDF-B9CF-0A118739D4E8}" dt="2025-12-19T13:34:37.628" v="6220" actId="1037"/>
          <ac:picMkLst>
            <pc:docMk/>
            <pc:sldMk cId="198041782" sldId="5249"/>
            <ac:picMk id="12" creationId="{F80C6DCE-72FB-AB7F-AE24-5F3845378845}"/>
          </ac:picMkLst>
        </pc:picChg>
      </pc:sldChg>
      <pc:sldChg chg="addSp delSp modSp new mod">
        <pc:chgData name="BENSOUSSAN, Anatole" userId="fa6f68e6-2fca-4678-b022-dafb639cb702" providerId="ADAL" clId="{005A7301-13E2-4CDF-B9CF-0A118739D4E8}" dt="2025-12-18T14:46:53.209" v="5763" actId="478"/>
        <pc:sldMkLst>
          <pc:docMk/>
          <pc:sldMk cId="510191622" sldId="5250"/>
        </pc:sldMkLst>
        <pc:spChg chg="mod">
          <ac:chgData name="BENSOUSSAN, Anatole" userId="fa6f68e6-2fca-4678-b022-dafb639cb702" providerId="ADAL" clId="{005A7301-13E2-4CDF-B9CF-0A118739D4E8}" dt="2025-12-18T14:46:27.846" v="5759" actId="20577"/>
          <ac:spMkLst>
            <pc:docMk/>
            <pc:sldMk cId="510191622" sldId="5250"/>
            <ac:spMk id="2" creationId="{D61ED24A-8D8A-BA62-9FCA-B277D7E9FA9F}"/>
          </ac:spMkLst>
        </pc:spChg>
        <pc:picChg chg="add mod">
          <ac:chgData name="BENSOUSSAN, Anatole" userId="fa6f68e6-2fca-4678-b022-dafb639cb702" providerId="ADAL" clId="{005A7301-13E2-4CDF-B9CF-0A118739D4E8}" dt="2025-12-18T14:46:40.500" v="5761" actId="1076"/>
          <ac:picMkLst>
            <pc:docMk/>
            <pc:sldMk cId="510191622" sldId="5250"/>
            <ac:picMk id="2050" creationId="{AC48D8EE-8FEE-12E3-DFFF-AF67628D427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28CF1-B427-4D91-B16B-17DBDD490F2F}" type="datetimeFigureOut">
              <a:rPr lang="fr-FR" smtClean="0"/>
              <a:t>18/12/2025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D2773-4371-4951-8BF4-2C38C8FD9A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4385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 err="1"/>
              <a:t>Rapellez</a:t>
            </a:r>
            <a:r>
              <a:rPr lang="en-US" noProof="0" dirty="0"/>
              <a:t> le </a:t>
            </a:r>
            <a:r>
              <a:rPr lang="en-US" noProof="0" dirty="0" err="1"/>
              <a:t>titre</a:t>
            </a:r>
            <a:r>
              <a:rPr lang="en-US" noProof="0" dirty="0"/>
              <a:t> </a:t>
            </a:r>
          </a:p>
          <a:p>
            <a:endParaRPr lang="en-US" noProof="0" dirty="0"/>
          </a:p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056C87-AFA4-40BD-A914-F8CD3D2FEFAF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7890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SzPts val="1000"/>
              <a:buFont typeface="Symbol" panose="05050102010706020507" pitchFamily="18" charset="2"/>
              <a:buNone/>
              <a:tabLst>
                <a:tab pos="457200" algn="l"/>
              </a:tabLst>
            </a:pP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A00BD-B2D0-4479-8649-BF983699C4D1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4933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La supervision informatique désigne l’ensemble des techniques, outils, logiciels et processus permettant de surveiller en continu l’ensemble des composants matériels et logiciels d’une infrastructure IT.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L’objectif est d’assurer la disponibilité du SI, sa performance et sa sécurité que ce soit pour des infrastructures on-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premises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dans le cloud ou hybrides.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supervision a vocation à analyser et garantir le bon fonctionnement du SI d’une organisation.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D2773-4371-4951-8BF4-2C38C8FD9A69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9312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spcBef>
                <a:spcPts val="600"/>
              </a:spcBef>
              <a:defRPr/>
            </a:pPr>
            <a:r>
              <a:rPr lang="fr-FR" noProof="0" dirty="0">
                <a:latin typeface="Verdana"/>
                <a:ea typeface="Verdana"/>
              </a:rPr>
              <a:t>Monitore :  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Verdana" panose="020B0604030504040204" pitchFamily="34" charset="0"/>
              <a:buChar char="–"/>
              <a:tabLst/>
            </a:pPr>
            <a:r>
              <a:rPr kumimoji="0" lang="fr-FR" altLang="fr-F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Applications : traces, APM, profiling continu, Real User Monitoring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Verdana" panose="020B0604030504040204" pitchFamily="34" charset="0"/>
              <a:buChar char="–"/>
              <a:tabLst/>
            </a:pPr>
            <a:r>
              <a:rPr kumimoji="0" lang="fr-FR" altLang="fr-F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Infrastructure : serveurs, conteneurs, </a:t>
            </a:r>
            <a:r>
              <a:rPr kumimoji="0" lang="fr-FR" altLang="fr-F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Kubernetes</a:t>
            </a:r>
            <a:r>
              <a:rPr kumimoji="0" lang="fr-FR" altLang="fr-F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cloud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Verdana" panose="020B0604030504040204" pitchFamily="34" charset="0"/>
              <a:buChar char="–"/>
              <a:tabLst/>
            </a:pPr>
            <a:r>
              <a:rPr kumimoji="0" lang="fr-FR" altLang="fr-F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Réseau / processus / dépendances : cartographie automatique complète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Verdana" panose="020B0604030504040204" pitchFamily="34" charset="0"/>
              <a:buChar char="–"/>
              <a:tabLst/>
            </a:pPr>
            <a:r>
              <a:rPr kumimoji="0" lang="fr-FR" altLang="fr-F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Sécurité : Runtime Application Protection, vulnérabilités, posture cloud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Verdana" panose="020B0604030504040204" pitchFamily="34" charset="0"/>
              <a:buChar char="–"/>
              <a:tabLst/>
              <a:defRPr/>
            </a:pPr>
            <a:r>
              <a:rPr kumimoji="0" lang="fr-FR" altLang="fr-F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Services managés : AWS, Azure (auto-découverte très poussée)</a:t>
            </a:r>
          </a:p>
          <a:p>
            <a:pPr algn="just">
              <a:spcBef>
                <a:spcPts val="600"/>
              </a:spcBef>
            </a:pPr>
            <a:endParaRPr lang="fr-FR" noProof="0" dirty="0">
              <a:latin typeface="Verdana"/>
              <a:ea typeface="Verdana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056C87-AFA4-40BD-A914-F8CD3D2FEFAF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5838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94B1D-9333-4E3E-CB8B-9286BD4A2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F43DC1E-A31B-63A0-67B5-4B0F45B801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1ABC065-7312-01DA-A989-80FEBDFE4D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dirty="0"/>
              <a:t>Sur quoi Centreon est basé ?</a:t>
            </a:r>
            <a:endParaRPr lang="fr-FR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1400" dirty="0"/>
              <a:t> </a:t>
            </a:r>
            <a:r>
              <a:rPr lang="fr-FR" sz="1400" b="1" dirty="0"/>
              <a:t>Architecture modulaire </a:t>
            </a:r>
            <a:r>
              <a:rPr lang="fr-FR" sz="1400" dirty="0"/>
              <a:t>: moteur de supervision </a:t>
            </a:r>
            <a:r>
              <a:rPr lang="fr-FR" sz="1400" i="1" dirty="0"/>
              <a:t>Centreon Engine</a:t>
            </a:r>
            <a:r>
              <a:rPr lang="fr-FR" sz="1400" dirty="0"/>
              <a:t> (</a:t>
            </a:r>
            <a:r>
              <a:rPr lang="fr-FR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</a:t>
            </a:r>
            <a:r>
              <a:rPr lang="fr-FR" sz="1400" dirty="0"/>
              <a:t> de Nagios)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400" dirty="0"/>
              <a:t> </a:t>
            </a:r>
            <a:r>
              <a:rPr lang="fr-FR" sz="1400" b="1" dirty="0"/>
              <a:t>Centreon Broker </a:t>
            </a:r>
            <a:r>
              <a:rPr lang="fr-FR" sz="1400" dirty="0"/>
              <a:t>: transfert et traitement des données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400" dirty="0"/>
              <a:t> </a:t>
            </a:r>
            <a:r>
              <a:rPr lang="fr-FR" sz="1400" b="1" dirty="0"/>
              <a:t>Base de données </a:t>
            </a:r>
            <a:r>
              <a:rPr lang="fr-FR" sz="1400" dirty="0"/>
              <a:t>: </a:t>
            </a:r>
            <a:r>
              <a:rPr lang="fr-FR" sz="1400" dirty="0" err="1"/>
              <a:t>MariaDB</a:t>
            </a:r>
            <a:r>
              <a:rPr lang="fr-FR" sz="1400" dirty="0"/>
              <a:t>/MySQL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400" dirty="0"/>
              <a:t> </a:t>
            </a:r>
            <a:r>
              <a:rPr lang="fr-FR" sz="1400" b="1" dirty="0"/>
              <a:t>Interface web PHP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400" dirty="0"/>
              <a:t> </a:t>
            </a:r>
            <a:r>
              <a:rPr lang="fr-FR" sz="1400" b="1" dirty="0"/>
              <a:t>Protocoles standards </a:t>
            </a:r>
            <a:r>
              <a:rPr lang="fr-FR" sz="1400" dirty="0"/>
              <a:t>: SNMP, SSH, NRPE/</a:t>
            </a:r>
            <a:r>
              <a:rPr lang="fr-FR" sz="1400" dirty="0" err="1"/>
              <a:t>NSClient</a:t>
            </a:r>
            <a:r>
              <a:rPr lang="fr-FR" sz="1400" dirty="0"/>
              <a:t>++, plugins exécutables</a:t>
            </a:r>
          </a:p>
          <a:p>
            <a:pPr>
              <a:buFont typeface="Arial" panose="020B0604020202020204" pitchFamily="34" charset="0"/>
              <a:buNone/>
            </a:pPr>
            <a:endParaRPr lang="fr-FR" b="1" dirty="0"/>
          </a:p>
          <a:p>
            <a:pPr>
              <a:buFont typeface="Arial" panose="020B0604020202020204" pitchFamily="34" charset="0"/>
              <a:buNone/>
            </a:pPr>
            <a:endParaRPr lang="fr-FR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Avantages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 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effectLst/>
              </a:rPr>
              <a:t>Très flexible grâce aux plugins (SNMP, scripts, checks personnalisés).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fr-FR" altLang="fr-FR" dirty="0"/>
              <a:t>Efficace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effectLst/>
              </a:rPr>
              <a:t> pour l’on-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effectLst/>
              </a:rPr>
              <a:t>prem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effectLst/>
              </a:rPr>
              <a:t> / réseau / équipements physiques. (Une solution </a:t>
            </a:r>
            <a:r>
              <a:rPr lang="fr-FR" altLang="fr-FR" dirty="0"/>
              <a:t>S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effectLst/>
              </a:rPr>
              <a:t>aaS existe)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altLang="fr-FR" dirty="0"/>
              <a:t>Tarifs </a:t>
            </a:r>
            <a:r>
              <a:rPr lang="fr-FR" dirty="0"/>
              <a:t>≈ 17 500–25 000 €/an/1000 hôtes +,infra</a:t>
            </a:r>
            <a:endParaRPr kumimoji="0" lang="fr-FR" altLang="fr-FR" sz="12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b="1" dirty="0">
                <a:solidFill>
                  <a:schemeClr val="accent1"/>
                </a:solidFill>
              </a:rPr>
              <a:t>I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nconvénients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fr-FR" altLang="fr-FR" dirty="0"/>
              <a:t>Moins adapté au full cloud : supervision cloud non native, intégrations AWS limitées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effectLst/>
              </a:rPr>
              <a:t>Maintenance d’infrastructure nécessaire : serveurs Centreon, bases 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effectLst/>
              </a:rPr>
              <a:t>MariaDB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effectLst/>
              </a:rPr>
              <a:t>scaling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effectLst/>
              </a:rPr>
              <a:t> manuel.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effectLst/>
              </a:rPr>
              <a:t>Moins moderne pour logs, traces, APM (focalisé surtout sur métriques techniques).</a:t>
            </a:r>
          </a:p>
          <a:p>
            <a:pPr>
              <a:buFont typeface="Arial" panose="020B0604020202020204" pitchFamily="34" charset="0"/>
              <a:buNone/>
            </a:pPr>
            <a:endParaRPr lang="fr-FR" b="1" dirty="0"/>
          </a:p>
          <a:p>
            <a:pPr>
              <a:buFont typeface="Arial" panose="020B0604020202020204" pitchFamily="34" charset="0"/>
              <a:buNone/>
            </a:pPr>
            <a:endParaRPr lang="fr-FR" b="1" dirty="0"/>
          </a:p>
          <a:p>
            <a:pPr>
              <a:buFont typeface="Arial" panose="020B0604020202020204" pitchFamily="34" charset="0"/>
              <a:buNone/>
            </a:pPr>
            <a:endParaRPr lang="fr-FR" b="1" dirty="0"/>
          </a:p>
          <a:p>
            <a:pPr>
              <a:buFont typeface="Arial" panose="020B0604020202020204" pitchFamily="34" charset="0"/>
              <a:buNone/>
            </a:pPr>
            <a:endParaRPr lang="fr-FR" b="1" dirty="0"/>
          </a:p>
          <a:p>
            <a:pPr>
              <a:buFont typeface="Arial" panose="020B0604020202020204" pitchFamily="34" charset="0"/>
              <a:buNone/>
            </a:pPr>
            <a:endParaRPr lang="fr-FR" b="1" dirty="0"/>
          </a:p>
          <a:p>
            <a:pPr>
              <a:buFont typeface="Arial" panose="020B0604020202020204" pitchFamily="34" charset="0"/>
              <a:buNone/>
            </a:pPr>
            <a:endParaRPr lang="fr-FR" b="1" dirty="0"/>
          </a:p>
          <a:p>
            <a:pPr>
              <a:buFont typeface="Arial" panose="020B0604020202020204" pitchFamily="34" charset="0"/>
              <a:buNone/>
            </a:pPr>
            <a:endParaRPr lang="fr-FR" b="1" dirty="0"/>
          </a:p>
          <a:p>
            <a:pPr>
              <a:buFont typeface="Arial" panose="020B0604020202020204" pitchFamily="34" charset="0"/>
              <a:buNone/>
            </a:pPr>
            <a:endParaRPr lang="fr-FR" b="1" dirty="0"/>
          </a:p>
          <a:p>
            <a:pPr>
              <a:buFont typeface="Arial" panose="020B0604020202020204" pitchFamily="34" charset="0"/>
              <a:buNone/>
            </a:pPr>
            <a:endParaRPr lang="fr-FR" b="1" dirty="0"/>
          </a:p>
          <a:p>
            <a:pPr>
              <a:buFont typeface="Arial" panose="020B0604020202020204" pitchFamily="34" charset="0"/>
              <a:buNone/>
            </a:pPr>
            <a:endParaRPr lang="fr-FR" b="1" dirty="0"/>
          </a:p>
          <a:p>
            <a:pPr>
              <a:buFont typeface="Arial" panose="020B0604020202020204" pitchFamily="34" charset="0"/>
              <a:buNone/>
            </a:pPr>
            <a:endParaRPr lang="fr-FR" b="1" dirty="0"/>
          </a:p>
          <a:p>
            <a:r>
              <a:rPr lang="fr-FR" b="1" dirty="0"/>
              <a:t>Ce que Centreon peut monitorer</a:t>
            </a:r>
          </a:p>
          <a:p>
            <a:r>
              <a:rPr lang="fr-FR" b="1" dirty="0"/>
              <a:t>Serveurs</a:t>
            </a:r>
            <a:r>
              <a:rPr lang="fr-FR" dirty="0"/>
              <a:t> : Linux, Windows, Unix</a:t>
            </a:r>
          </a:p>
          <a:p>
            <a:r>
              <a:rPr lang="fr-FR" b="1" dirty="0"/>
              <a:t>Équipements réseau</a:t>
            </a:r>
            <a:r>
              <a:rPr lang="fr-FR" dirty="0"/>
              <a:t> : routeurs, switches, firewalls (via SNMP, SSH…)</a:t>
            </a:r>
          </a:p>
          <a:p>
            <a:r>
              <a:rPr lang="fr-FR" b="1" dirty="0"/>
              <a:t>Applications &amp; services</a:t>
            </a:r>
            <a:r>
              <a:rPr lang="fr-FR" dirty="0"/>
              <a:t> : bases de données, web, mail, virtualisation, cloud, etc.</a:t>
            </a:r>
          </a:p>
          <a:p>
            <a:r>
              <a:rPr lang="fr-FR" b="1" dirty="0"/>
              <a:t>Ressources système</a:t>
            </a:r>
            <a:r>
              <a:rPr lang="fr-FR" dirty="0"/>
              <a:t> : CPU, RAM, disque, processus</a:t>
            </a:r>
          </a:p>
          <a:p>
            <a:r>
              <a:rPr lang="fr-FR" b="1" dirty="0"/>
              <a:t>Supervision applicative</a:t>
            </a:r>
            <a:r>
              <a:rPr lang="fr-FR" dirty="0"/>
              <a:t> : transactions, API, services métiers</a:t>
            </a:r>
          </a:p>
          <a:p>
            <a:r>
              <a:rPr lang="fr-FR" b="1" dirty="0"/>
              <a:t>Infrastructure hybride</a:t>
            </a:r>
            <a:r>
              <a:rPr lang="fr-FR" dirty="0"/>
              <a:t> : on-</a:t>
            </a:r>
            <a:r>
              <a:rPr lang="fr-FR" dirty="0" err="1"/>
              <a:t>premise</a:t>
            </a:r>
            <a:r>
              <a:rPr lang="fr-FR" dirty="0"/>
              <a:t> + cloud (AWS, Azure, GCP)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2B9180-551E-CB2E-2528-47DC2ED314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D2773-4371-4951-8BF4-2C38C8FD9A69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3588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Schéma d’installation type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Le moteur de supervision (Centreon Engine) exécute les checks sur les hôtes / services.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Les résultats de ces checks sont envoyés via </a:t>
            </a:r>
            <a:r>
              <a:rPr lang="fr-FR" b="1" dirty="0"/>
              <a:t>Centreon Broker SQL</a:t>
            </a:r>
            <a:endParaRPr lang="fr-F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L’interface web (Centreon Web UI) permet de visualiser les statuts, les graphiques, configurer l’architecture.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D2773-4371-4951-8BF4-2C38C8FD9A69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49020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22670-3D1A-6985-375B-B529E12A8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05D3CE1-B7D0-54BF-9B39-626DD5E38B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389EA4F-2AD9-32F6-2D68-2605E616E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spcBef>
                <a:spcPts val="600"/>
              </a:spcBef>
              <a:defRPr/>
            </a:pPr>
            <a:br>
              <a:rPr lang="fr-FR" dirty="0">
                <a:latin typeface="Verdana"/>
                <a:ea typeface="Verdana"/>
              </a:rPr>
            </a:b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920024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Sur quoi </a:t>
            </a:r>
            <a:r>
              <a:rPr kumimoji="0" lang="fr-FR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920024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Datadog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920024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 est basé </a:t>
            </a:r>
            <a:endParaRPr lang="fr-FR" dirty="0">
              <a:latin typeface="Verdana"/>
              <a:ea typeface="Verdan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Agent </a:t>
            </a:r>
            <a:r>
              <a:rPr lang="fr-FR" dirty="0" err="1"/>
              <a:t>Datadog</a:t>
            </a:r>
            <a:r>
              <a:rPr lang="fr-FR" dirty="0"/>
              <a:t> installé sur les hôtes (collecte métriques/logs/traces)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1000 Intégrations pour services, DB, cloud, outils DevOps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Plateforme SaaS centralisée (aucune infra locale nécessaire)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dirty="0"/>
              <a:t> Instrumentation (APM) 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 Performance Monitoring</a:t>
            </a:r>
            <a:r>
              <a:rPr lang="fr-FR" dirty="0"/>
              <a:t> via SDKs et auto-instrumentation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Dashboards &amp; </a:t>
            </a:r>
            <a:r>
              <a:rPr lang="fr-FR" dirty="0" err="1"/>
              <a:t>alerting</a:t>
            </a:r>
            <a:r>
              <a:rPr lang="fr-FR" dirty="0"/>
              <a:t> en temps réel, corrélation automatique des données</a:t>
            </a:r>
          </a:p>
          <a:p>
            <a:pPr>
              <a:buFont typeface="Arial" panose="020B0604020202020204" pitchFamily="34" charset="0"/>
              <a:buNone/>
            </a:pPr>
            <a:endParaRPr lang="fr-F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Avantages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 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effectLst/>
              </a:rPr>
              <a:t>Nativement cloud : intégration AWS très complète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effectLst/>
              </a:rPr>
              <a:t>Plateforme unifiée : 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effectLst/>
              </a:rPr>
              <a:t>métriques+logs+traces+sécurité+synthetics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effectLst/>
              </a:rPr>
              <a:t> = très bonne visibilité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effectLst/>
              </a:rPr>
              <a:t>Pas d’infrastructure à gérer : full SaaS, 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effectLst/>
              </a:rPr>
              <a:t>scaling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effectLst/>
              </a:rPr>
              <a:t> automatique.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fr-FR" altLang="fr-FR" dirty="0"/>
              <a:t>Supporte les checks personnalisés, peut engendrer des couts supplémentaires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dirty="0"/>
              <a:t>-      Bits AI SRE : tri en autonomie les alertes, permet de trouver une root cause grâce a l’analyse de la </a:t>
            </a:r>
            <a:r>
              <a:rPr lang="fr-FR" altLang="fr-FR" dirty="0" err="1"/>
              <a:t>telemetrie</a:t>
            </a:r>
            <a:r>
              <a:rPr lang="fr-FR" altLang="fr-FR" dirty="0"/>
              <a:t>, (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Coordonner la réponse aux incidents entre les équipes avec des résumés en temps réel, des suggestions d’étapes suivantes et des autopsies générées.)</a:t>
            </a:r>
            <a:endParaRPr lang="fr-FR" altLang="fr-FR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b="1" dirty="0">
                <a:solidFill>
                  <a:schemeClr val="accent1"/>
                </a:solidFill>
              </a:rPr>
              <a:t>I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nconvénients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altLang="fr-FR" dirty="0"/>
              <a:t>Coût élevé, surtout si on collecte beaucoup de logs ou de traces. </a:t>
            </a:r>
            <a:r>
              <a:rPr lang="fr-FR" dirty="0"/>
              <a:t>≈ 276 000 $/an/1000hôtes+modules/ou volume?  (infra prise en compte) </a:t>
            </a:r>
            <a:endParaRPr lang="fr-FR" altLang="fr-FR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effectLst/>
              </a:rPr>
              <a:t>Vendor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effectLst/>
              </a:rPr>
              <a:t> Lock-in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effectLst/>
              </a:rPr>
              <a:t>Peut être complexe si on n’utilise pas tout l’écosystème (APM, RUM, SIEM…) 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Bits AI SRE: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Reduce on-call fatigue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with autonomous alert triages that deliver initial findings in under a minute.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Instantly root out root causes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using agentic reasoning that analyzes telemetry and service knowledge across your stack.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Coordinate incident response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across teams with real-time summaries, next-step suggestions, and auto generated postmortems.</a:t>
            </a:r>
          </a:p>
          <a:p>
            <a:pPr>
              <a:buFont typeface="Arial" panose="020B0604020202020204" pitchFamily="34" charset="0"/>
              <a:buNone/>
            </a:pPr>
            <a:endParaRPr lang="fr-FR" dirty="0"/>
          </a:p>
          <a:p>
            <a:pPr>
              <a:buFont typeface="Arial" panose="020B0604020202020204" pitchFamily="34" charset="0"/>
              <a:buNone/>
            </a:pPr>
            <a:endParaRPr lang="fr-FR" dirty="0"/>
          </a:p>
          <a:p>
            <a:pPr algn="just">
              <a:spcBef>
                <a:spcPts val="600"/>
              </a:spcBef>
              <a:defRPr/>
            </a:pPr>
            <a:endParaRPr lang="en-US" dirty="0">
              <a:latin typeface="Verdana"/>
              <a:ea typeface="Verdana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849968-3513-43B6-5BD9-3CEB186AD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056C87-AFA4-40BD-A914-F8CD3D2FEFAF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28966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B3E39-9DEB-C786-D8CE-271A9DBB4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8ECD9FC-97D9-CC31-22AF-BC9DA94A7A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F85DB58-C9A9-C73A-DAD2-2E70265D0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Verdana" panose="020B0604030504040204" pitchFamily="34" charset="0"/>
              <a:buNone/>
              <a:tabLst/>
            </a:pPr>
            <a:r>
              <a:rPr lang="fr-FR" sz="1400" dirty="0" err="1"/>
              <a:t>Dynatrace</a:t>
            </a:r>
            <a:br>
              <a:rPr lang="fr-FR" sz="1400" dirty="0"/>
            </a:br>
            <a:r>
              <a:rPr lang="fr-FR" sz="1200" dirty="0"/>
              <a:t>Sur quoi </a:t>
            </a:r>
            <a:r>
              <a:rPr lang="fr-FR" sz="1200" dirty="0" err="1"/>
              <a:t>Dynatrace</a:t>
            </a:r>
            <a:r>
              <a:rPr lang="fr-FR" sz="1200" dirty="0"/>
              <a:t> est basé</a:t>
            </a:r>
            <a:endParaRPr kumimoji="0" lang="fr-FR" altLang="fr-F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Verdana" panose="020B0604030504040204" pitchFamily="34" charset="0"/>
              <a:buChar char="–"/>
              <a:tabLst/>
            </a:pPr>
            <a:r>
              <a:rPr kumimoji="0" lang="fr-FR" altLang="fr-F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OneAgent</a:t>
            </a:r>
            <a:r>
              <a:rPr kumimoji="0" lang="fr-FR" altLang="fr-F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agent unique, auto-instrumentation très avancée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Verdana" panose="020B0604030504040204" pitchFamily="34" charset="0"/>
              <a:buChar char="–"/>
              <a:tabLst/>
            </a:pPr>
            <a:r>
              <a:rPr kumimoji="0" lang="fr-FR" altLang="fr-F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Davis AI : moteur d’analyse automatique des dépendances et anomalies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Plateforme SaaS (ou </a:t>
            </a:r>
            <a:r>
              <a:rPr kumimoji="0" lang="fr-FR" altLang="fr-F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Managed</a:t>
            </a:r>
            <a:r>
              <a:rPr kumimoji="0" lang="fr-FR" altLang="fr-F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sur demande)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Intégrations </a:t>
            </a:r>
            <a:r>
              <a:rPr lang="fr-FR" altLang="fr-FR" dirty="0"/>
              <a:t>AWS</a:t>
            </a:r>
            <a:r>
              <a:rPr kumimoji="0" lang="fr-FR" altLang="fr-F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natives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fr-FR" altLang="fr-F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Avantage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 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dirty="0"/>
              <a:t>Excellente auto-instrumentation (APM, logs, traces, dépendances sans config).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dirty="0"/>
              <a:t>Idéal pour environnement cloud / </a:t>
            </a:r>
            <a:r>
              <a:rPr lang="fr-FR" dirty="0" err="1"/>
              <a:t>Kubernetes</a:t>
            </a:r>
            <a:r>
              <a:rPr lang="fr-FR" dirty="0"/>
              <a:t> / </a:t>
            </a:r>
            <a:r>
              <a:rPr lang="fr-FR" dirty="0" err="1"/>
              <a:t>microservices</a:t>
            </a:r>
            <a:endParaRPr kumimoji="0" lang="fr-FR" altLang="fr-FR" sz="1200" i="0" u="none" strike="noStrike" cap="none" normalizeH="0" baseline="0" dirty="0">
              <a:ln>
                <a:noFill/>
              </a:ln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sz="1200" i="0" u="none" strike="noStrike" cap="none" normalizeH="0" baseline="0" dirty="0">
                <a:ln>
                  <a:noFill/>
                </a:ln>
                <a:effectLst/>
              </a:rPr>
              <a:t>AI avancée (Davis) qui corrèle automatiquement les problèmes.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fr-FR" altLang="fr-FR" dirty="0"/>
              <a:t>Très peu de maintenance : presque tout est auto-découvert.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fr-FR" altLang="fr-FR" dirty="0"/>
              <a:t>Visibilité complète avec un seul agent.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inconvénient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altLang="fr-FR" dirty="0"/>
              <a:t>Très coûteux </a:t>
            </a:r>
            <a:r>
              <a:rPr lang="fr-FR" dirty="0"/>
              <a:t>≈ 888 000 $/an/1000 hôtes</a:t>
            </a:r>
            <a:endParaRPr lang="fr-FR" altLang="fr-FR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effectLst/>
              </a:rPr>
              <a:t>Moins flexible pour les checks personnalisés (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effectLst/>
              </a:rPr>
              <a:t>framework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effectLst/>
              </a:rPr>
              <a:t> et API plutôt que scripts libres)</a:t>
            </a:r>
          </a:p>
          <a:p>
            <a:r>
              <a:rPr kumimoji="0" lang="fr-FR" altLang="fr-FR" sz="1200" b="0" i="0" u="none" strike="noStrike" cap="none" normalizeH="0" baseline="0" dirty="0">
                <a:ln>
                  <a:noFill/>
                </a:ln>
                <a:effectLst/>
              </a:rPr>
              <a:t>-     Peut sembler complexe, la logique interne est moins transparente.</a:t>
            </a:r>
            <a:r>
              <a:rPr lang="fr-FR" dirty="0"/>
              <a:t> </a:t>
            </a:r>
          </a:p>
          <a:p>
            <a:r>
              <a:rPr lang="fr-FR" dirty="0"/>
              <a:t>AI puissante mais </a:t>
            </a:r>
            <a:r>
              <a:rPr lang="fr-FR" b="1" dirty="0"/>
              <a:t>peu explicable</a:t>
            </a:r>
            <a:endParaRPr lang="fr-FR" dirty="0"/>
          </a:p>
          <a:p>
            <a:r>
              <a:rPr lang="fr-FR" dirty="0"/>
              <a:t>Logique de détection </a:t>
            </a:r>
            <a:r>
              <a:rPr lang="fr-FR" b="1" dirty="0"/>
              <a:t>non maîtrisable</a:t>
            </a:r>
            <a:endParaRPr lang="fr-FR" dirty="0"/>
          </a:p>
          <a:p>
            <a:r>
              <a:rPr lang="fr-FR" dirty="0"/>
              <a:t>Modèle propriétaire</a:t>
            </a:r>
          </a:p>
          <a:p>
            <a:r>
              <a:rPr lang="fr-FR" dirty="0"/>
              <a:t>Dépendance forte </a:t>
            </a:r>
            <a:r>
              <a:rPr lang="fr-FR"/>
              <a:t>à l’éditeur</a:t>
            </a:r>
            <a:endParaRPr kumimoji="0" lang="fr-FR" altLang="fr-FR" sz="1200" b="0" i="0" u="none" strike="noStrike" cap="none" normalizeH="0" baseline="0" dirty="0">
              <a:ln>
                <a:noFill/>
              </a:ln>
              <a:effectLst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dirty="0"/>
              <a:t>Dépend fortement à l’écosystème </a:t>
            </a:r>
            <a:r>
              <a:rPr lang="fr-FR" dirty="0" err="1"/>
              <a:t>Dynatrace</a:t>
            </a:r>
            <a:endParaRPr kumimoji="0" lang="fr-FR" altLang="fr-FR" sz="12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kumimoji="0" lang="fr-FR" altLang="fr-F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3AEF139-8D27-B082-1209-570641744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056C87-AFA4-40BD-A914-F8CD3D2FEFAF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5821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spcBef>
                <a:spcPts val="600"/>
              </a:spcBef>
              <a:defRPr/>
            </a:pPr>
            <a:br>
              <a:rPr lang="fr-FR" dirty="0">
                <a:latin typeface="Verdana"/>
                <a:ea typeface="Verdana"/>
              </a:rPr>
            </a:br>
            <a:r>
              <a:rPr lang="fr-FR" dirty="0" err="1">
                <a:latin typeface="Verdana"/>
                <a:ea typeface="Verdana"/>
              </a:rPr>
              <a:t>dynatrace</a:t>
            </a:r>
            <a:r>
              <a:rPr lang="fr-FR" dirty="0">
                <a:latin typeface="Verdana"/>
                <a:ea typeface="Verdana"/>
              </a:rPr>
              <a:t> </a:t>
            </a:r>
            <a:r>
              <a:rPr lang="fr-FR" dirty="0" err="1">
                <a:latin typeface="Verdana"/>
                <a:ea typeface="Verdana"/>
              </a:rPr>
              <a:t>recolte</a:t>
            </a:r>
            <a:r>
              <a:rPr lang="fr-FR" dirty="0">
                <a:latin typeface="Verdana"/>
                <a:ea typeface="Verdana"/>
              </a:rPr>
              <a:t> les logs </a:t>
            </a:r>
            <a:r>
              <a:rPr lang="fr-FR" dirty="0" err="1">
                <a:latin typeface="Verdana"/>
                <a:ea typeface="Verdana"/>
              </a:rPr>
              <a:t>d’apm</a:t>
            </a:r>
            <a:r>
              <a:rPr lang="fr-FR" dirty="0">
                <a:latin typeface="Verdana"/>
                <a:ea typeface="Verdana"/>
              </a:rPr>
              <a:t> sois via CW ou par l’agent </a:t>
            </a:r>
            <a:endParaRPr lang="en-US" dirty="0">
              <a:latin typeface="Verdana"/>
              <a:ea typeface="Verdana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056C87-AFA4-40BD-A914-F8CD3D2FEFAF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58387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ECC2F-0B35-52F6-0022-73E120B61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7BFA94A-E9D8-FC7B-EE80-D29E443FD2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B7098CE-02D0-55A2-A72C-3BB4C6559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Sur quoi AMG + CloudWatch est basé (architecture / techno)</a:t>
            </a:r>
          </a:p>
          <a:p>
            <a:r>
              <a:rPr lang="fr-FR" b="1" dirty="0"/>
              <a:t>• </a:t>
            </a:r>
            <a:r>
              <a:rPr lang="fr-FR" b="1" dirty="0" err="1"/>
              <a:t>Grafana</a:t>
            </a:r>
            <a:r>
              <a:rPr lang="fr-FR" b="1" dirty="0"/>
              <a:t> OSS géré par AWS</a:t>
            </a:r>
          </a:p>
          <a:p>
            <a:r>
              <a:rPr lang="fr-FR" dirty="0"/>
              <a:t>AMG est </a:t>
            </a:r>
            <a:r>
              <a:rPr lang="fr-FR" b="1" dirty="0" err="1"/>
              <a:t>Grafana</a:t>
            </a:r>
            <a:r>
              <a:rPr lang="fr-FR" b="1" dirty="0"/>
              <a:t> open source</a:t>
            </a:r>
            <a:r>
              <a:rPr lang="fr-FR" dirty="0"/>
              <a:t>, maintenu, patché, sécurisé et </a:t>
            </a:r>
            <a:r>
              <a:rPr lang="fr-FR" dirty="0" err="1"/>
              <a:t>scalé</a:t>
            </a:r>
            <a:r>
              <a:rPr lang="fr-FR" dirty="0"/>
              <a:t> automatiquement par AWS.</a:t>
            </a:r>
          </a:p>
          <a:p>
            <a:r>
              <a:rPr lang="fr-FR" b="1" dirty="0"/>
              <a:t>• CloudWatch </a:t>
            </a:r>
            <a:r>
              <a:rPr lang="fr-FR" b="1" dirty="0" err="1"/>
              <a:t>Metrics</a:t>
            </a:r>
            <a:endParaRPr lang="fr-FR" b="1" dirty="0"/>
          </a:p>
          <a:p>
            <a:r>
              <a:rPr lang="fr-FR" dirty="0"/>
              <a:t>Stockage de métriques central AWS.</a:t>
            </a:r>
          </a:p>
          <a:p>
            <a:r>
              <a:rPr lang="fr-FR" dirty="0"/>
              <a:t>Requêtes via “CloudWatch </a:t>
            </a:r>
            <a:r>
              <a:rPr lang="fr-FR" dirty="0" err="1"/>
              <a:t>Metrics</a:t>
            </a:r>
            <a:r>
              <a:rPr lang="fr-FR" dirty="0"/>
              <a:t> API” directement depuis </a:t>
            </a:r>
            <a:r>
              <a:rPr lang="fr-FR" dirty="0" err="1"/>
              <a:t>Grafana</a:t>
            </a:r>
            <a:r>
              <a:rPr lang="fr-FR" dirty="0"/>
              <a:t>.</a:t>
            </a:r>
          </a:p>
          <a:p>
            <a:r>
              <a:rPr lang="fr-FR" dirty="0"/>
              <a:t>Support des statistiques CloudWatch : </a:t>
            </a:r>
          </a:p>
          <a:p>
            <a:r>
              <a:rPr lang="fr-FR" b="1" dirty="0"/>
              <a:t>• CloudWatch Logs (Insights)</a:t>
            </a:r>
          </a:p>
          <a:p>
            <a:r>
              <a:rPr lang="fr-FR" dirty="0"/>
              <a:t>Stockage massivement scalable pour logs AWS et applicatifs.</a:t>
            </a:r>
          </a:p>
          <a:p>
            <a:r>
              <a:rPr lang="fr-FR" dirty="0"/>
              <a:t>AMG exécute des requêtes “CloudWatch Logs Insights” et les affiche sous forme de graphes.</a:t>
            </a:r>
          </a:p>
          <a:p>
            <a:r>
              <a:rPr lang="fr-FR" b="1" dirty="0"/>
              <a:t>• AWS X-Ray pour les traces</a:t>
            </a:r>
          </a:p>
          <a:p>
            <a:r>
              <a:rPr lang="fr-FR" dirty="0"/>
              <a:t>Tracing distribué pour services </a:t>
            </a:r>
            <a:r>
              <a:rPr lang="fr-FR" dirty="0" err="1"/>
              <a:t>serverless</a:t>
            </a:r>
            <a:r>
              <a:rPr lang="fr-FR" dirty="0"/>
              <a:t>, </a:t>
            </a:r>
            <a:r>
              <a:rPr lang="fr-FR" dirty="0" err="1"/>
              <a:t>microservices</a:t>
            </a:r>
            <a:r>
              <a:rPr lang="fr-FR" dirty="0"/>
              <a:t>, API, EKS, ECS.</a:t>
            </a:r>
          </a:p>
          <a:p>
            <a:r>
              <a:rPr lang="fr-FR" dirty="0"/>
              <a:t>AMG sait afficher les services </a:t>
            </a:r>
            <a:r>
              <a:rPr lang="fr-FR" dirty="0" err="1"/>
              <a:t>map</a:t>
            </a:r>
            <a:r>
              <a:rPr lang="fr-FR" dirty="0"/>
              <a:t>, traces et latences.</a:t>
            </a:r>
          </a:p>
          <a:p>
            <a:r>
              <a:rPr lang="fr-FR" b="1" dirty="0"/>
              <a:t>• Amazon </a:t>
            </a:r>
            <a:r>
              <a:rPr lang="fr-FR" b="1" dirty="0" err="1"/>
              <a:t>Managed</a:t>
            </a:r>
            <a:r>
              <a:rPr lang="fr-FR" b="1" dirty="0"/>
              <a:t> Service for Prometheus (AMP)</a:t>
            </a:r>
          </a:p>
          <a:p>
            <a:r>
              <a:rPr lang="fr-FR" dirty="0"/>
              <a:t>Backend Prometheus géré par AWS.</a:t>
            </a:r>
          </a:p>
          <a:p>
            <a:r>
              <a:rPr lang="fr-FR" dirty="0"/>
              <a:t>AMG peut requêter AMP avec </a:t>
            </a:r>
            <a:r>
              <a:rPr lang="fr-FR" dirty="0" err="1"/>
              <a:t>PromQL</a:t>
            </a:r>
            <a:r>
              <a:rPr lang="fr-FR" dirty="0"/>
              <a:t> — pratique pour du K8s/EKS / application </a:t>
            </a:r>
            <a:r>
              <a:rPr lang="fr-FR" dirty="0" err="1"/>
              <a:t>metrics</a:t>
            </a:r>
            <a:r>
              <a:rPr lang="fr-FR" dirty="0"/>
              <a:t>.</a:t>
            </a:r>
          </a:p>
          <a:p>
            <a:r>
              <a:rPr lang="fr-FR" b="1" dirty="0"/>
              <a:t>• </a:t>
            </a:r>
            <a:r>
              <a:rPr lang="fr-FR" b="1" dirty="0" err="1"/>
              <a:t>Alerting</a:t>
            </a:r>
            <a:r>
              <a:rPr lang="fr-FR" b="1" dirty="0"/>
              <a:t> </a:t>
            </a:r>
            <a:r>
              <a:rPr lang="fr-FR" b="1" dirty="0" err="1"/>
              <a:t>Grafana</a:t>
            </a:r>
            <a:r>
              <a:rPr lang="fr-FR" b="1" dirty="0"/>
              <a:t> intégré</a:t>
            </a:r>
          </a:p>
          <a:p>
            <a:r>
              <a:rPr lang="fr-FR" dirty="0"/>
              <a:t>Gestion d’alertes </a:t>
            </a:r>
            <a:r>
              <a:rPr lang="fr-FR" dirty="0" err="1"/>
              <a:t>Grafana</a:t>
            </a:r>
            <a:r>
              <a:rPr lang="fr-FR" dirty="0"/>
              <a:t> (</a:t>
            </a:r>
            <a:r>
              <a:rPr lang="fr-FR" dirty="0" err="1"/>
              <a:t>Unified</a:t>
            </a:r>
            <a:r>
              <a:rPr lang="fr-FR" dirty="0"/>
              <a:t> </a:t>
            </a:r>
            <a:r>
              <a:rPr lang="fr-FR" dirty="0" err="1"/>
              <a:t>Alerting</a:t>
            </a:r>
            <a:r>
              <a:rPr lang="fr-FR" dirty="0"/>
              <a:t>) entièrement gérée.</a:t>
            </a:r>
          </a:p>
          <a:p>
            <a:r>
              <a:rPr lang="fr-FR" dirty="0"/>
              <a:t>Possibilité de déclencher Slack, e-mail, </a:t>
            </a:r>
            <a:r>
              <a:rPr lang="fr-FR" dirty="0" err="1"/>
              <a:t>PagerDuty</a:t>
            </a:r>
            <a:r>
              <a:rPr lang="fr-FR" dirty="0"/>
              <a:t>, SNS, </a:t>
            </a:r>
            <a:r>
              <a:rPr lang="fr-FR" dirty="0" err="1"/>
              <a:t>Opsgenie</a:t>
            </a:r>
            <a:r>
              <a:rPr lang="fr-FR" dirty="0"/>
              <a:t>, etc.</a:t>
            </a:r>
          </a:p>
          <a:p>
            <a:endParaRPr lang="fr-FR" dirty="0"/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fr-FR" b="1" dirty="0">
                <a:solidFill>
                  <a:srgbClr val="00B050"/>
                </a:solidFill>
              </a:rPr>
              <a:t>Avantage</a:t>
            </a:r>
            <a:r>
              <a:rPr lang="fr-FR" altLang="fr-FR" dirty="0">
                <a:solidFill>
                  <a:srgbClr val="00B050"/>
                </a:solidFill>
              </a:rPr>
              <a:t> :</a:t>
            </a: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lang="fr-FR" b="1" dirty="0"/>
              <a:t>• Full </a:t>
            </a:r>
            <a:r>
              <a:rPr lang="fr-FR" b="1" dirty="0" err="1"/>
              <a:t>managed</a:t>
            </a:r>
            <a:r>
              <a:rPr lang="fr-FR" b="1" dirty="0"/>
              <a:t> : zéro infrastructure à gérer</a:t>
            </a:r>
          </a:p>
          <a:p>
            <a:r>
              <a:rPr lang="fr-FR" dirty="0"/>
              <a:t>AWS gère </a:t>
            </a:r>
            <a:r>
              <a:rPr lang="fr-FR" dirty="0" err="1"/>
              <a:t>Grafana</a:t>
            </a:r>
            <a:r>
              <a:rPr lang="fr-FR" dirty="0"/>
              <a:t>, le </a:t>
            </a:r>
            <a:r>
              <a:rPr lang="fr-FR" dirty="0" err="1"/>
              <a:t>scaling</a:t>
            </a:r>
            <a:r>
              <a:rPr lang="fr-FR" dirty="0"/>
              <a:t>, la sécurité, les mises à jour, les plugins.</a:t>
            </a:r>
          </a:p>
          <a:p>
            <a:r>
              <a:rPr lang="fr-FR" dirty="0"/>
              <a:t>Pas de backend, pas de clusters Prometheus, pas de stockage à maintenir.</a:t>
            </a:r>
          </a:p>
          <a:p>
            <a:r>
              <a:rPr lang="fr-FR" b="1" dirty="0"/>
              <a:t>• Observabilité centralisée AWS</a:t>
            </a:r>
          </a:p>
          <a:p>
            <a:r>
              <a:rPr lang="fr-FR" dirty="0"/>
              <a:t>Métriques + logs + traces + </a:t>
            </a:r>
            <a:r>
              <a:rPr lang="fr-FR" dirty="0" err="1"/>
              <a:t>prometheus</a:t>
            </a:r>
            <a:r>
              <a:rPr lang="fr-FR" dirty="0"/>
              <a:t> tout en un.</a:t>
            </a:r>
          </a:p>
          <a:p>
            <a:r>
              <a:rPr lang="fr-FR" dirty="0"/>
              <a:t>Combines CloudWatch + X-Ray + Prometheus dans une seule UI </a:t>
            </a:r>
            <a:r>
              <a:rPr lang="fr-FR" dirty="0" err="1"/>
              <a:t>Grafana</a:t>
            </a:r>
            <a:r>
              <a:rPr lang="fr-FR" dirty="0"/>
              <a:t> gérée.</a:t>
            </a:r>
          </a:p>
          <a:p>
            <a:r>
              <a:rPr lang="fr-FR" b="1" dirty="0"/>
              <a:t>• Multi-</a:t>
            </a:r>
            <a:r>
              <a:rPr lang="fr-FR" b="1" dirty="0" err="1"/>
              <a:t>account</a:t>
            </a:r>
            <a:r>
              <a:rPr lang="fr-FR" b="1" dirty="0"/>
              <a:t> / Multi-régions</a:t>
            </a:r>
          </a:p>
          <a:p>
            <a:r>
              <a:rPr lang="fr-FR" dirty="0"/>
              <a:t>IAM </a:t>
            </a:r>
            <a:r>
              <a:rPr lang="fr-FR" dirty="0" err="1"/>
              <a:t>Roles</a:t>
            </a:r>
            <a:r>
              <a:rPr lang="fr-FR" dirty="0"/>
              <a:t> par compte, sélection des régions → tout apparaît dans </a:t>
            </a:r>
            <a:r>
              <a:rPr lang="fr-FR" dirty="0" err="1"/>
              <a:t>Grafana</a:t>
            </a:r>
            <a:r>
              <a:rPr lang="fr-FR" dirty="0"/>
              <a:t>.</a:t>
            </a:r>
          </a:p>
          <a:p>
            <a:r>
              <a:rPr lang="fr-FR" dirty="0"/>
              <a:t>Très utile pour les organisations AWS complexes.</a:t>
            </a:r>
          </a:p>
          <a:p>
            <a:r>
              <a:rPr lang="fr-FR" b="1" dirty="0"/>
              <a:t>• Fiabilité Enterprise (AWS SLA)</a:t>
            </a:r>
          </a:p>
          <a:p>
            <a:r>
              <a:rPr lang="fr-FR" dirty="0"/>
              <a:t>L’infra </a:t>
            </a:r>
            <a:r>
              <a:rPr lang="fr-FR" dirty="0" err="1"/>
              <a:t>Grafana</a:t>
            </a:r>
            <a:r>
              <a:rPr lang="fr-FR" dirty="0"/>
              <a:t> est hébergée, HA, patchée, sécurisée par AWS.</a:t>
            </a:r>
          </a:p>
          <a:p>
            <a:pPr algn="just">
              <a:spcBef>
                <a:spcPts val="600"/>
              </a:spcBef>
            </a:pPr>
            <a:endParaRPr lang="en-US" dirty="0">
              <a:latin typeface="Verdana"/>
              <a:ea typeface="Verdana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fr-FR" sz="1000" b="1" kern="1200" dirty="0">
                <a:solidFill>
                  <a:schemeClr val="accent1"/>
                </a:solidFill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fr-FR" altLang="fr-FR" sz="1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nconvénient</a:t>
            </a:r>
            <a:r>
              <a:rPr lang="fr-FR" altLang="fr-FR" dirty="0">
                <a:solidFill>
                  <a:schemeClr val="accent1"/>
                </a:solidFill>
              </a:rPr>
              <a:t> :</a:t>
            </a:r>
            <a:endParaRPr lang="fr-FR" altLang="fr-FR" sz="800" dirty="0"/>
          </a:p>
          <a:p>
            <a:r>
              <a:rPr lang="fr-FR" b="1" dirty="0"/>
              <a:t>• CloudWatch : moins flexible que Prometheus / Loki / Tempo</a:t>
            </a:r>
          </a:p>
          <a:p>
            <a:r>
              <a:rPr lang="fr-FR" dirty="0"/>
              <a:t>CloudWatch = stockage propriétaire → pas de </a:t>
            </a:r>
            <a:r>
              <a:rPr lang="fr-FR" dirty="0" err="1"/>
              <a:t>PromQL</a:t>
            </a:r>
            <a:r>
              <a:rPr lang="fr-FR" dirty="0"/>
              <a:t> natif (sauf via </a:t>
            </a:r>
            <a:r>
              <a:rPr lang="fr-FR" dirty="0" err="1"/>
              <a:t>AmazonManagedPrometheus</a:t>
            </a:r>
            <a:r>
              <a:rPr lang="fr-FR" dirty="0"/>
              <a:t>).</a:t>
            </a:r>
          </a:p>
          <a:p>
            <a:r>
              <a:rPr lang="fr-FR" dirty="0"/>
              <a:t>Logs sur CloudWatch Logs → pas aussi puissant que Loki pour le </a:t>
            </a:r>
            <a:r>
              <a:rPr lang="fr-FR" dirty="0" err="1"/>
              <a:t>querying</a:t>
            </a:r>
            <a:r>
              <a:rPr lang="fr-FR" dirty="0"/>
              <a:t> (</a:t>
            </a:r>
            <a:r>
              <a:rPr lang="fr-FR" dirty="0" err="1"/>
              <a:t>LogQL</a:t>
            </a:r>
            <a:r>
              <a:rPr lang="fr-FR" dirty="0"/>
              <a:t>).</a:t>
            </a:r>
          </a:p>
          <a:p>
            <a:r>
              <a:rPr lang="fr-FR" dirty="0"/>
              <a:t>Traces X-Ray → moins riche que Tempo.</a:t>
            </a:r>
          </a:p>
          <a:p>
            <a:r>
              <a:rPr lang="fr-FR" b="1" dirty="0"/>
              <a:t>• Coûts CloudWatch</a:t>
            </a:r>
          </a:p>
          <a:p>
            <a:r>
              <a:rPr lang="fr-FR" dirty="0" err="1"/>
              <a:t>Metrics</a:t>
            </a:r>
            <a:r>
              <a:rPr lang="fr-FR" dirty="0"/>
              <a:t> + Logs + insights + API calls → ça peut monter vite selon le volume.</a:t>
            </a:r>
          </a:p>
          <a:p>
            <a:r>
              <a:rPr lang="fr-FR" dirty="0"/>
              <a:t>Plus de dashboards </a:t>
            </a:r>
            <a:r>
              <a:rPr lang="fr-FR" dirty="0" err="1"/>
              <a:t>Grafana</a:t>
            </a:r>
            <a:r>
              <a:rPr lang="fr-FR" dirty="0"/>
              <a:t> = plus de requêtes CloudWatch = coût plus élevé.</a:t>
            </a:r>
          </a:p>
          <a:p>
            <a:r>
              <a:rPr lang="fr-FR" b="1" dirty="0"/>
              <a:t>• Pas de backend </a:t>
            </a:r>
            <a:r>
              <a:rPr lang="fr-FR" b="1" dirty="0" err="1"/>
              <a:t>Grafana</a:t>
            </a:r>
            <a:r>
              <a:rPr lang="fr-FR" b="1" dirty="0"/>
              <a:t> complet</a:t>
            </a:r>
          </a:p>
          <a:p>
            <a:r>
              <a:rPr lang="fr-FR" dirty="0"/>
              <a:t>AMG = </a:t>
            </a:r>
            <a:r>
              <a:rPr lang="fr-FR" b="1" dirty="0"/>
              <a:t>un front </a:t>
            </a:r>
            <a:r>
              <a:rPr lang="fr-FR" b="1" dirty="0" err="1"/>
              <a:t>Grafana</a:t>
            </a:r>
            <a:r>
              <a:rPr lang="fr-FR" b="1" dirty="0"/>
              <a:t> géré</a:t>
            </a:r>
            <a:r>
              <a:rPr lang="fr-FR" dirty="0"/>
              <a:t>, mais :</a:t>
            </a:r>
          </a:p>
          <a:p>
            <a:pPr lvl="1"/>
            <a:r>
              <a:rPr lang="fr-FR" dirty="0"/>
              <a:t>pas de Loki/Tempo/Pyroscope natifs comme </a:t>
            </a:r>
            <a:r>
              <a:rPr lang="fr-FR" dirty="0" err="1"/>
              <a:t>Grafana</a:t>
            </a:r>
            <a:r>
              <a:rPr lang="fr-FR" dirty="0"/>
              <a:t> Cloud</a:t>
            </a:r>
          </a:p>
          <a:p>
            <a:pPr lvl="1"/>
            <a:r>
              <a:rPr lang="fr-FR" dirty="0"/>
              <a:t>si tu veux des logs type Loki → tu dois déployer toi-même (ou utiliser </a:t>
            </a:r>
            <a:r>
              <a:rPr lang="fr-FR" dirty="0" err="1"/>
              <a:t>OpenSearch</a:t>
            </a:r>
            <a:r>
              <a:rPr lang="fr-FR" dirty="0"/>
              <a:t>)</a:t>
            </a:r>
          </a:p>
          <a:p>
            <a:r>
              <a:rPr lang="fr-FR" b="1" dirty="0"/>
              <a:t>• Limitations pour certains “checks simples”</a:t>
            </a:r>
          </a:p>
          <a:p>
            <a:r>
              <a:rPr lang="fr-FR" dirty="0"/>
              <a:t>Pas d’équivalent “Nagios scripts”.</a:t>
            </a:r>
          </a:p>
          <a:p>
            <a:r>
              <a:rPr lang="fr-FR" dirty="0"/>
              <a:t>Si check perso → on dois pousser une </a:t>
            </a:r>
            <a:r>
              <a:rPr lang="fr-FR" b="1" dirty="0"/>
              <a:t>métrique CloudWatch custom</a:t>
            </a:r>
            <a:r>
              <a:rPr lang="fr-FR" dirty="0"/>
              <a:t> ou un </a:t>
            </a:r>
            <a:r>
              <a:rPr lang="fr-FR" b="1" dirty="0"/>
              <a:t>log custom</a:t>
            </a:r>
            <a:r>
              <a:rPr lang="fr-FR" dirty="0"/>
              <a:t>.</a:t>
            </a:r>
          </a:p>
          <a:p>
            <a:r>
              <a:rPr lang="fr-FR" b="1" dirty="0"/>
              <a:t>• Décalage éventuel de données</a:t>
            </a:r>
          </a:p>
          <a:p>
            <a:r>
              <a:rPr lang="fr-FR" dirty="0"/>
              <a:t>CloudWatch agrège parfois les métriques par période (1 min / 5 min selon le service).</a:t>
            </a:r>
          </a:p>
          <a:p>
            <a:r>
              <a:rPr lang="fr-FR" dirty="0"/>
              <a:t>Pour du temps réel &lt; 1s → ce n’est pas l’outil idéal.</a:t>
            </a:r>
          </a:p>
          <a:p>
            <a:endParaRPr lang="fr-FR" dirty="0"/>
          </a:p>
          <a:p>
            <a:endParaRPr lang="fr-FR" dirty="0"/>
          </a:p>
          <a:p>
            <a:r>
              <a:rPr lang="fr-FR" sz="1400" b="1" dirty="0"/>
              <a:t>Il peut monitorer :</a:t>
            </a:r>
          </a:p>
          <a:p>
            <a:endParaRPr lang="fr-FR" sz="1400" b="1" dirty="0"/>
          </a:p>
          <a:p>
            <a:r>
              <a:rPr lang="fr-FR" b="1" dirty="0"/>
              <a:t>• Métriques (CloudWatch)</a:t>
            </a:r>
          </a:p>
          <a:p>
            <a:r>
              <a:rPr lang="fr-FR" dirty="0"/>
              <a:t>Toutes les métriques natives AWS : EC2, RDS, ALB/NLB, EKS, Lambda, </a:t>
            </a:r>
            <a:r>
              <a:rPr lang="fr-FR" dirty="0" err="1"/>
              <a:t>DynamoDB</a:t>
            </a:r>
            <a:r>
              <a:rPr lang="fr-FR" dirty="0"/>
              <a:t>, SQS, SNS, S3, ELB, API Gateway, etc.</a:t>
            </a:r>
          </a:p>
          <a:p>
            <a:r>
              <a:rPr lang="fr-FR" dirty="0"/>
              <a:t>Métriques custom que tu pousses toi-même dans CloudWatch (via API </a:t>
            </a:r>
            <a:r>
              <a:rPr lang="fr-FR" dirty="0" err="1"/>
              <a:t>PutMetricData</a:t>
            </a:r>
            <a:r>
              <a:rPr lang="fr-FR" dirty="0"/>
              <a:t>, CloudWatch Agent, scripts, AWS Lambda).</a:t>
            </a:r>
          </a:p>
          <a:p>
            <a:r>
              <a:rPr lang="fr-FR" dirty="0"/>
              <a:t>Possibilité de visualiser ces métriques directement dans </a:t>
            </a:r>
            <a:r>
              <a:rPr lang="fr-FR" dirty="0" err="1"/>
              <a:t>Grafana</a:t>
            </a:r>
            <a:r>
              <a:rPr lang="fr-FR" dirty="0"/>
              <a:t> (AMG) avec les dashboards CloudWatch pré-intégrés.</a:t>
            </a:r>
          </a:p>
          <a:p>
            <a:r>
              <a:rPr lang="fr-FR" b="1" dirty="0"/>
              <a:t>• Logs (CloudWatch Logs)</a:t>
            </a:r>
          </a:p>
          <a:p>
            <a:r>
              <a:rPr lang="fr-FR" dirty="0"/>
              <a:t>Ingestion des logs applicatifs / système / conteneurs dans CloudWatch Logs (via CloudWatch Agent, </a:t>
            </a:r>
            <a:r>
              <a:rPr lang="fr-FR" dirty="0" err="1"/>
              <a:t>FireLens</a:t>
            </a:r>
            <a:r>
              <a:rPr lang="fr-FR" dirty="0"/>
              <a:t>, Lambda, </a:t>
            </a:r>
            <a:r>
              <a:rPr lang="fr-FR" dirty="0" err="1"/>
              <a:t>FluentBit</a:t>
            </a:r>
            <a:r>
              <a:rPr lang="fr-FR" dirty="0"/>
              <a:t>…).</a:t>
            </a:r>
          </a:p>
          <a:p>
            <a:r>
              <a:rPr lang="fr-FR" dirty="0"/>
              <a:t>AMG permet d’interroger CloudWatch Logs Insights directement depuis </a:t>
            </a:r>
            <a:r>
              <a:rPr lang="fr-FR" dirty="0" err="1"/>
              <a:t>Grafana</a:t>
            </a:r>
            <a:r>
              <a:rPr lang="fr-FR" dirty="0"/>
              <a:t> (requêtes, graphiques, tables).</a:t>
            </a:r>
          </a:p>
          <a:p>
            <a:r>
              <a:rPr lang="fr-FR" b="1" dirty="0"/>
              <a:t>• Traces (X-Ray / </a:t>
            </a:r>
            <a:r>
              <a:rPr lang="fr-FR" b="1" dirty="0" err="1"/>
              <a:t>OpenTelemetry</a:t>
            </a:r>
            <a:r>
              <a:rPr lang="fr-FR" b="1" dirty="0"/>
              <a:t> / </a:t>
            </a:r>
            <a:r>
              <a:rPr lang="fr-FR" b="1" dirty="0" err="1"/>
              <a:t>Managed</a:t>
            </a:r>
            <a:r>
              <a:rPr lang="fr-FR" b="1" dirty="0"/>
              <a:t> Service for Prometheus)</a:t>
            </a:r>
          </a:p>
          <a:p>
            <a:r>
              <a:rPr lang="fr-FR" dirty="0"/>
              <a:t>Tracing distribué via </a:t>
            </a:r>
            <a:r>
              <a:rPr lang="fr-FR" b="1" dirty="0"/>
              <a:t>AWS X-Ray</a:t>
            </a:r>
            <a:r>
              <a:rPr lang="fr-FR" dirty="0"/>
              <a:t> nativement intégrable comme data source dans AMG.</a:t>
            </a:r>
          </a:p>
          <a:p>
            <a:r>
              <a:rPr lang="fr-FR" dirty="0"/>
              <a:t>Si tu utilises </a:t>
            </a:r>
            <a:r>
              <a:rPr lang="fr-FR" dirty="0" err="1"/>
              <a:t>OpenTelemetry</a:t>
            </a:r>
            <a:r>
              <a:rPr lang="fr-FR" dirty="0"/>
              <a:t> → envoi vers </a:t>
            </a:r>
            <a:r>
              <a:rPr lang="fr-FR" b="1" dirty="0"/>
              <a:t>AWS </a:t>
            </a:r>
            <a:r>
              <a:rPr lang="fr-FR" b="1" dirty="0" err="1"/>
              <a:t>Distro</a:t>
            </a:r>
            <a:r>
              <a:rPr lang="fr-FR" b="1" dirty="0"/>
              <a:t> for </a:t>
            </a:r>
            <a:r>
              <a:rPr lang="fr-FR" b="1" dirty="0" err="1"/>
              <a:t>OpenTelemetry</a:t>
            </a:r>
            <a:r>
              <a:rPr lang="fr-FR" b="1" dirty="0"/>
              <a:t> (ADOT)</a:t>
            </a:r>
            <a:r>
              <a:rPr lang="fr-FR" dirty="0"/>
              <a:t> + X-Ray ou </a:t>
            </a:r>
            <a:r>
              <a:rPr lang="fr-FR" dirty="0" err="1"/>
              <a:t>Managed</a:t>
            </a:r>
            <a:r>
              <a:rPr lang="fr-FR" dirty="0"/>
              <a:t> Prometheus → visualisation via AMG.</a:t>
            </a:r>
          </a:p>
          <a:p>
            <a:r>
              <a:rPr lang="fr-FR" b="1" dirty="0"/>
              <a:t>• </a:t>
            </a:r>
            <a:r>
              <a:rPr lang="fr-FR" b="1" dirty="0" err="1"/>
              <a:t>Kubernetes</a:t>
            </a:r>
            <a:r>
              <a:rPr lang="fr-FR" b="1" dirty="0"/>
              <a:t> (EKS)</a:t>
            </a:r>
          </a:p>
          <a:p>
            <a:r>
              <a:rPr lang="fr-FR" dirty="0"/>
              <a:t>Monitoring complet du cluster : contrôleur, </a:t>
            </a:r>
            <a:r>
              <a:rPr lang="fr-FR" dirty="0" err="1"/>
              <a:t>nodes</a:t>
            </a:r>
            <a:r>
              <a:rPr lang="fr-FR" dirty="0"/>
              <a:t>, </a:t>
            </a:r>
            <a:r>
              <a:rPr lang="fr-FR" dirty="0" err="1"/>
              <a:t>pods</a:t>
            </a:r>
            <a:r>
              <a:rPr lang="fr-FR" dirty="0"/>
              <a:t>, containers, network, </a:t>
            </a:r>
            <a:r>
              <a:rPr lang="fr-FR" dirty="0" err="1"/>
              <a:t>storage</a:t>
            </a:r>
            <a:r>
              <a:rPr lang="fr-FR" dirty="0"/>
              <a:t>, </a:t>
            </a:r>
            <a:r>
              <a:rPr lang="fr-FR" dirty="0" err="1"/>
              <a:t>scheduling</a:t>
            </a:r>
            <a:r>
              <a:rPr lang="fr-FR" dirty="0"/>
              <a:t>… via :</a:t>
            </a:r>
          </a:p>
          <a:p>
            <a:pPr lvl="1"/>
            <a:r>
              <a:rPr lang="fr-FR" dirty="0"/>
              <a:t>CloudWatch Container Insights</a:t>
            </a:r>
          </a:p>
          <a:p>
            <a:pPr lvl="1"/>
            <a:r>
              <a:rPr lang="fr-FR" dirty="0" err="1"/>
              <a:t>Managed</a:t>
            </a:r>
            <a:r>
              <a:rPr lang="fr-FR" dirty="0"/>
              <a:t> Prometheus + AMG</a:t>
            </a:r>
          </a:p>
          <a:p>
            <a:pPr lvl="1"/>
            <a:r>
              <a:rPr lang="fr-FR" dirty="0"/>
              <a:t>X-Ray pour traces de services.</a:t>
            </a:r>
          </a:p>
          <a:p>
            <a:r>
              <a:rPr lang="fr-FR" b="1" dirty="0"/>
              <a:t>• Infrastructure cloud AWS (</a:t>
            </a:r>
            <a:r>
              <a:rPr lang="fr-FR" b="1" dirty="0" err="1"/>
              <a:t>dashboarding</a:t>
            </a:r>
            <a:r>
              <a:rPr lang="fr-FR" b="1" dirty="0"/>
              <a:t> préfabriqué)</a:t>
            </a:r>
          </a:p>
          <a:p>
            <a:r>
              <a:rPr lang="fr-FR" dirty="0"/>
              <a:t>AMG propose des dashboards tout faits pour :</a:t>
            </a:r>
          </a:p>
          <a:p>
            <a:pPr lvl="1"/>
            <a:r>
              <a:rPr lang="fr-FR" dirty="0"/>
              <a:t>EC2 (CPU, network, </a:t>
            </a:r>
            <a:r>
              <a:rPr lang="fr-FR" dirty="0" err="1"/>
              <a:t>status</a:t>
            </a:r>
            <a:r>
              <a:rPr lang="fr-FR" dirty="0"/>
              <a:t> checks, </a:t>
            </a:r>
            <a:r>
              <a:rPr lang="fr-FR" dirty="0" err="1"/>
              <a:t>disk</a:t>
            </a:r>
            <a:r>
              <a:rPr lang="fr-FR" dirty="0"/>
              <a:t>, erreurs système…)</a:t>
            </a:r>
          </a:p>
          <a:p>
            <a:pPr lvl="1"/>
            <a:r>
              <a:rPr lang="fr-FR" dirty="0"/>
              <a:t>RDS / Aurora</a:t>
            </a:r>
          </a:p>
          <a:p>
            <a:pPr lvl="1"/>
            <a:r>
              <a:rPr lang="fr-FR" dirty="0"/>
              <a:t>Lambda</a:t>
            </a:r>
          </a:p>
          <a:p>
            <a:pPr lvl="1"/>
            <a:r>
              <a:rPr lang="fr-FR" dirty="0"/>
              <a:t>S3</a:t>
            </a:r>
          </a:p>
          <a:p>
            <a:pPr lvl="1"/>
            <a:r>
              <a:rPr lang="fr-FR" dirty="0"/>
              <a:t>API Gateway</a:t>
            </a:r>
          </a:p>
          <a:p>
            <a:pPr lvl="1"/>
            <a:r>
              <a:rPr lang="fr-FR" dirty="0" err="1"/>
              <a:t>DynamoDB</a:t>
            </a:r>
            <a:endParaRPr lang="fr-FR" dirty="0"/>
          </a:p>
          <a:p>
            <a:r>
              <a:rPr lang="fr-FR" dirty="0"/>
              <a:t>Ils utilisent les métriques CloudWatch et les logs CloudWatch Logs.</a:t>
            </a:r>
          </a:p>
          <a:p>
            <a:r>
              <a:rPr lang="fr-FR" b="1" dirty="0"/>
              <a:t>• </a:t>
            </a:r>
            <a:r>
              <a:rPr lang="fr-FR" b="1" dirty="0" err="1"/>
              <a:t>Multi-comptes</a:t>
            </a:r>
            <a:r>
              <a:rPr lang="fr-FR" b="1" dirty="0"/>
              <a:t> / Multi-régions</a:t>
            </a:r>
          </a:p>
          <a:p>
            <a:r>
              <a:rPr lang="fr-FR" dirty="0"/>
              <a:t>agréger dans un seul </a:t>
            </a:r>
            <a:r>
              <a:rPr lang="fr-FR" dirty="0" err="1"/>
              <a:t>workspace</a:t>
            </a:r>
            <a:r>
              <a:rPr lang="fr-FR" dirty="0"/>
              <a:t> AMG des métriques/logs provenant :</a:t>
            </a:r>
          </a:p>
          <a:p>
            <a:pPr lvl="1"/>
            <a:r>
              <a:rPr lang="fr-FR" dirty="0"/>
              <a:t>de plusieurs comptes AWS</a:t>
            </a:r>
          </a:p>
          <a:p>
            <a:pPr lvl="1"/>
            <a:r>
              <a:rPr lang="fr-FR" dirty="0"/>
              <a:t>de plusieurs régions</a:t>
            </a:r>
          </a:p>
          <a:p>
            <a:pPr lvl="1"/>
            <a:r>
              <a:rPr lang="fr-FR" dirty="0"/>
              <a:t>via IAM </a:t>
            </a:r>
            <a:r>
              <a:rPr lang="fr-FR" dirty="0" err="1"/>
              <a:t>Roles</a:t>
            </a:r>
            <a:r>
              <a:rPr lang="fr-FR" dirty="0"/>
              <a:t> cross-</a:t>
            </a:r>
            <a:r>
              <a:rPr lang="fr-FR" dirty="0" err="1"/>
              <a:t>account</a:t>
            </a:r>
            <a:endParaRPr lang="fr-FR" dirty="0"/>
          </a:p>
          <a:p>
            <a:endParaRPr lang="fr-FR" sz="1400" b="1" dirty="0"/>
          </a:p>
          <a:p>
            <a:pPr algn="just">
              <a:spcBef>
                <a:spcPts val="600"/>
              </a:spcBef>
            </a:pPr>
            <a:endParaRPr lang="en-US" dirty="0">
              <a:latin typeface="Verdana"/>
              <a:ea typeface="Verdana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F825A0F-BFAC-291D-2295-846AC6E20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056C87-AFA4-40BD-A914-F8CD3D2FEFAF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64093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spcBef>
                <a:spcPts val="600"/>
              </a:spcBef>
            </a:pPr>
            <a:endParaRPr lang="en-US" dirty="0">
              <a:latin typeface="Verdana"/>
              <a:ea typeface="Verdana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056C87-AFA4-40BD-A914-F8CD3D2FEFAF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58387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6ACD1-24F4-1820-6779-E7B0B970B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4086D76-1E8D-F5EC-BCA0-5A0FBA9C81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D86375F-23E7-73B6-5FC7-26DD600D02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1️⃣ Introduction</a:t>
            </a:r>
          </a:p>
          <a:p>
            <a:r>
              <a:rPr lang="fr-FR" i="1" dirty="0"/>
              <a:t>“</a:t>
            </a:r>
            <a:r>
              <a:rPr lang="fr-FR" i="1" dirty="0" err="1"/>
              <a:t>Datadog</a:t>
            </a:r>
            <a:r>
              <a:rPr lang="fr-FR" i="1" dirty="0"/>
              <a:t> est aujourd’hui une référence en supervision moderne, surtout dans les environnements cloud et micro-services. C’est pour ça que je l’ai choisi comme supervision coup de cœur.”</a:t>
            </a:r>
            <a:endParaRPr lang="fr-FR" dirty="0"/>
          </a:p>
          <a:p>
            <a:r>
              <a:rPr lang="fr-FR" b="1" dirty="0"/>
              <a:t>4️⃣ Observabilité unifiée</a:t>
            </a:r>
          </a:p>
          <a:p>
            <a:r>
              <a:rPr lang="fr-FR" i="1" dirty="0"/>
              <a:t>“La vraie force de </a:t>
            </a:r>
            <a:r>
              <a:rPr lang="fr-FR" i="1" dirty="0" err="1"/>
              <a:t>Datadog</a:t>
            </a:r>
            <a:r>
              <a:rPr lang="fr-FR" i="1" dirty="0"/>
              <a:t>, c’est la corrélation automatique entre métriques, logs et traces. On passe très vite d’une alerte à la cause racine.”</a:t>
            </a:r>
            <a:endParaRPr lang="fr-FR" dirty="0"/>
          </a:p>
          <a:p>
            <a:r>
              <a:rPr lang="fr-FR" i="1" dirty="0"/>
              <a:t>“Les dashboards temps réel et l’</a:t>
            </a:r>
            <a:r>
              <a:rPr lang="fr-FR" i="1" dirty="0" err="1"/>
              <a:t>alerting</a:t>
            </a:r>
            <a:r>
              <a:rPr lang="fr-FR" i="1" dirty="0"/>
              <a:t> sont très puissants et personnalisables.”</a:t>
            </a:r>
            <a:endParaRPr lang="fr-FR" dirty="0"/>
          </a:p>
          <a:p>
            <a:r>
              <a:rPr lang="fr-FR" b="1" dirty="0"/>
              <a:t>5️⃣ Apport de l’IA (Bits AI / SRE)</a:t>
            </a:r>
          </a:p>
          <a:p>
            <a:r>
              <a:rPr lang="fr-FR" i="1" dirty="0"/>
              <a:t>“</a:t>
            </a:r>
            <a:r>
              <a:rPr lang="fr-FR" i="1" dirty="0" err="1"/>
              <a:t>Datadog</a:t>
            </a:r>
            <a:r>
              <a:rPr lang="fr-FR" i="1" dirty="0"/>
              <a:t> intègre des fonctionnalités d’IA orientées SRE : tri automatique des alertes, aide à l’identification de la root cause et suggestions d’actions.”</a:t>
            </a:r>
            <a:endParaRPr lang="fr-FR" dirty="0"/>
          </a:p>
          <a:p>
            <a:r>
              <a:rPr lang="fr-FR" i="1" dirty="0"/>
              <a:t>“Cela facilite énormément la gestion d’incidents et la coordination entre équipes.”</a:t>
            </a:r>
            <a:endParaRPr lang="fr-FR" dirty="0"/>
          </a:p>
          <a:p>
            <a:r>
              <a:rPr lang="fr-FR" b="1" dirty="0"/>
              <a:t>6️⃣ Limites et vigilance</a:t>
            </a:r>
          </a:p>
          <a:p>
            <a:r>
              <a:rPr lang="fr-FR" i="1" dirty="0"/>
              <a:t>“Le principal frein reste le coût, surtout dès qu’on collecte beaucoup de logs ou de traces.”</a:t>
            </a:r>
            <a:endParaRPr lang="fr-FR" dirty="0"/>
          </a:p>
          <a:p>
            <a:r>
              <a:rPr lang="fr-FR" i="1" dirty="0"/>
              <a:t>“On peut rapidement atteindre des montants très élevés, par exemple autour de </a:t>
            </a:r>
            <a:r>
              <a:rPr lang="fr-FR" b="1" i="1" dirty="0"/>
              <a:t>276 000 $ par an pour 1000 hôtes</a:t>
            </a:r>
            <a:r>
              <a:rPr lang="fr-FR" i="1" dirty="0"/>
              <a:t>, selon les modules et volumes.”</a:t>
            </a:r>
            <a:endParaRPr lang="fr-FR" dirty="0"/>
          </a:p>
          <a:p>
            <a:r>
              <a:rPr lang="fr-FR" i="1" dirty="0"/>
              <a:t>“Il faut aussi accepter un certain </a:t>
            </a:r>
            <a:r>
              <a:rPr lang="fr-FR" i="1" dirty="0" err="1"/>
              <a:t>vendor</a:t>
            </a:r>
            <a:r>
              <a:rPr lang="fr-FR" i="1" dirty="0"/>
              <a:t> lock-in, car tout l’écosystème est très intégré.”</a:t>
            </a:r>
            <a:endParaRPr lang="fr-FR" dirty="0"/>
          </a:p>
          <a:p>
            <a:r>
              <a:rPr lang="fr-FR" b="1" dirty="0"/>
              <a:t>7️⃣ Conclusion</a:t>
            </a:r>
          </a:p>
          <a:p>
            <a:r>
              <a:rPr lang="fr-FR" i="1" dirty="0"/>
              <a:t>“</a:t>
            </a:r>
            <a:r>
              <a:rPr lang="fr-FR" i="1" dirty="0" err="1"/>
              <a:t>Datadog</a:t>
            </a:r>
            <a:r>
              <a:rPr lang="fr-FR" i="1" dirty="0"/>
              <a:t> est une solution extrêmement puissante et mature, idéale pour des environnements cloud complexes, à condition de bien maîtriser son périmètre et ses coûts.”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BD38221-82EB-5763-5184-BAD5C3B352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056C87-AFA4-40BD-A914-F8CD3D2FEFAF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50218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Verdana"/>
              <a:ea typeface="Verdan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056C87-AFA4-40BD-A914-F8CD3D2FEFAF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15242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B6E9A-88B4-91C8-6E64-FAD282B26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1024B5-BF7D-3851-80A3-6ADB83EC1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2C4FC8-AECE-87C9-CBA0-04B2425A9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Verdana"/>
              <a:ea typeface="Verdan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F50C7-763A-7282-6466-B3B58172A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056C87-AFA4-40BD-A914-F8CD3D2FEFAF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4847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3">
            <a:extLst>
              <a:ext uri="{FF2B5EF4-FFF2-40B4-BE49-F238E27FC236}">
                <a16:creationId xmlns:a16="http://schemas.microsoft.com/office/drawing/2014/main" id="{3BBB1C98-A256-4CA1-9829-9BE8E2F76D8A}"/>
              </a:ext>
            </a:extLst>
          </p:cNvPr>
          <p:cNvSpPr txBox="1"/>
          <p:nvPr userDrawn="1"/>
        </p:nvSpPr>
        <p:spPr>
          <a:xfrm>
            <a:off x="5443302" y="3433890"/>
            <a:ext cx="5693256" cy="2729465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>
            <a:noAutofit/>
          </a:bodyPr>
          <a:lstStyle/>
          <a:p>
            <a:pPr marL="381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Verdana"/>
            </a:endParaRP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16F9D6D1-3373-4012-8D0A-7A7ED421B37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9482138" cy="6858000"/>
          </a:xfrm>
          <a:custGeom>
            <a:avLst/>
            <a:gdLst>
              <a:gd name="connsiteX0" fmla="*/ 0 w 9482138"/>
              <a:gd name="connsiteY0" fmla="*/ 0 h 6858000"/>
              <a:gd name="connsiteX1" fmla="*/ 9482138 w 9482138"/>
              <a:gd name="connsiteY1" fmla="*/ 0 h 6858000"/>
              <a:gd name="connsiteX2" fmla="*/ 9482138 w 9482138"/>
              <a:gd name="connsiteY2" fmla="*/ 3430840 h 6858000"/>
              <a:gd name="connsiteX3" fmla="*/ 5456950 w 9482138"/>
              <a:gd name="connsiteY3" fmla="*/ 3430840 h 6858000"/>
              <a:gd name="connsiteX4" fmla="*/ 5456950 w 9482138"/>
              <a:gd name="connsiteY4" fmla="*/ 6160305 h 6858000"/>
              <a:gd name="connsiteX5" fmla="*/ 9482138 w 9482138"/>
              <a:gd name="connsiteY5" fmla="*/ 6160305 h 6858000"/>
              <a:gd name="connsiteX6" fmla="*/ 9482138 w 9482138"/>
              <a:gd name="connsiteY6" fmla="*/ 6858000 h 6858000"/>
              <a:gd name="connsiteX7" fmla="*/ 0 w 9482138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482138" h="6858000">
                <a:moveTo>
                  <a:pt x="0" y="0"/>
                </a:moveTo>
                <a:lnTo>
                  <a:pt x="9482138" y="0"/>
                </a:lnTo>
                <a:lnTo>
                  <a:pt x="9482138" y="3430840"/>
                </a:lnTo>
                <a:lnTo>
                  <a:pt x="5456950" y="3430840"/>
                </a:lnTo>
                <a:lnTo>
                  <a:pt x="5456950" y="6160305"/>
                </a:lnTo>
                <a:lnTo>
                  <a:pt x="9482138" y="6160305"/>
                </a:lnTo>
                <a:lnTo>
                  <a:pt x="948213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576000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fr-FR" noProof="0"/>
              <a:t>Insérer une image d'arrière-plan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98A39BDA-D426-25A2-BC63-AA44BC8164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36940" y="5612406"/>
            <a:ext cx="5083629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bg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fr-FR" noProof="0"/>
              <a:t>Date</a:t>
            </a:r>
          </a:p>
        </p:txBody>
      </p:sp>
      <p:sp>
        <p:nvSpPr>
          <p:cNvPr id="7" name="Title 16">
            <a:extLst>
              <a:ext uri="{FF2B5EF4-FFF2-40B4-BE49-F238E27FC236}">
                <a16:creationId xmlns:a16="http://schemas.microsoft.com/office/drawing/2014/main" id="{1ED46AC5-6DD7-0166-6A82-8DF13513B5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36940" y="3765957"/>
            <a:ext cx="5083629" cy="758246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2400" b="1" cap="all" baseline="0">
                <a:solidFill>
                  <a:schemeClr val="bg1"/>
                </a:solidFill>
              </a:defRPr>
            </a:lvl1pPr>
          </a:lstStyle>
          <a:p>
            <a:r>
              <a:rPr lang="fr-FR" noProof="0"/>
              <a:t>CECI EST LE TITRE </a:t>
            </a:r>
            <a:br>
              <a:rPr lang="fr-FR" noProof="0"/>
            </a:br>
            <a:r>
              <a:rPr lang="fr-FR" noProof="0"/>
              <a:t>DE LA PRÉSENTATION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327FD7F7-CFD6-FE3A-C445-AFB952FD57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36939" y="4772838"/>
            <a:ext cx="5083629" cy="5535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Ceci est le sous-titre </a:t>
            </a:r>
            <a:br>
              <a:rPr lang="fr-FR"/>
            </a:br>
            <a:r>
              <a:rPr lang="fr-FR"/>
              <a:t>de la diapositive</a:t>
            </a:r>
          </a:p>
        </p:txBody>
      </p:sp>
      <p:pic>
        <p:nvPicPr>
          <p:cNvPr id="9" name="Graphic 28">
            <a:extLst>
              <a:ext uri="{FF2B5EF4-FFF2-40B4-BE49-F238E27FC236}">
                <a16:creationId xmlns:a16="http://schemas.microsoft.com/office/drawing/2014/main" id="{3ECD101D-5B5B-4D83-B50B-ABFC09D45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3308" y="550796"/>
            <a:ext cx="2096785" cy="62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204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B755206-00C0-4478-B5A3-5CC6C52AD4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9482137" cy="6858000"/>
          </a:xfrm>
          <a:custGeom>
            <a:avLst/>
            <a:gdLst>
              <a:gd name="connsiteX0" fmla="*/ 0 w 9482137"/>
              <a:gd name="connsiteY0" fmla="*/ 0 h 6858000"/>
              <a:gd name="connsiteX1" fmla="*/ 9482137 w 9482137"/>
              <a:gd name="connsiteY1" fmla="*/ 0 h 6858000"/>
              <a:gd name="connsiteX2" fmla="*/ 9482137 w 9482137"/>
              <a:gd name="connsiteY2" fmla="*/ 578924 h 6858000"/>
              <a:gd name="connsiteX3" fmla="*/ 5456951 w 9482137"/>
              <a:gd name="connsiteY3" fmla="*/ 578924 h 6858000"/>
              <a:gd name="connsiteX4" fmla="*/ 5456951 w 9482137"/>
              <a:gd name="connsiteY4" fmla="*/ 3308389 h 6858000"/>
              <a:gd name="connsiteX5" fmla="*/ 9482137 w 9482137"/>
              <a:gd name="connsiteY5" fmla="*/ 3308389 h 6858000"/>
              <a:gd name="connsiteX6" fmla="*/ 9482137 w 9482137"/>
              <a:gd name="connsiteY6" fmla="*/ 6858000 h 6858000"/>
              <a:gd name="connsiteX7" fmla="*/ 0 w 9482137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482137" h="6858000">
                <a:moveTo>
                  <a:pt x="0" y="0"/>
                </a:moveTo>
                <a:lnTo>
                  <a:pt x="9482137" y="0"/>
                </a:lnTo>
                <a:lnTo>
                  <a:pt x="9482137" y="578924"/>
                </a:lnTo>
                <a:lnTo>
                  <a:pt x="5456951" y="578924"/>
                </a:lnTo>
                <a:lnTo>
                  <a:pt x="5456951" y="3308389"/>
                </a:lnTo>
                <a:lnTo>
                  <a:pt x="9482137" y="3308389"/>
                </a:lnTo>
                <a:lnTo>
                  <a:pt x="948213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alpha val="50000"/>
            </a:schemeClr>
          </a:solidFill>
        </p:spPr>
        <p:txBody>
          <a:bodyPr wrap="square" lIns="0" tIns="0" rIns="0" bIns="0">
            <a:noAutofit/>
          </a:bodyPr>
          <a:lstStyle>
            <a:lvl1pPr marL="0" indent="0" algn="ctr" defTabSz="914400">
              <a:lnSpc>
                <a:spcPct val="100000"/>
              </a:lnSpc>
              <a:buNone/>
              <a:defRPr sz="3000" b="1">
                <a:solidFill>
                  <a:schemeClr val="accent4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fr-FR" noProof="0"/>
              <a:t>           </a:t>
            </a: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0B2BF5B3-BD1E-458A-9DF0-B6BCF53A6C80}"/>
              </a:ext>
            </a:extLst>
          </p:cNvPr>
          <p:cNvSpPr txBox="1"/>
          <p:nvPr userDrawn="1"/>
        </p:nvSpPr>
        <p:spPr>
          <a:xfrm>
            <a:off x="5456950" y="578924"/>
            <a:ext cx="5693256" cy="2729465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>
            <a:noAutofit/>
          </a:bodyPr>
          <a:lstStyle/>
          <a:p>
            <a:pPr marL="381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Verdana"/>
            </a:endParaRP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4BF2E08-D843-41B3-A5A1-2F57D565F85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9482138" cy="6858000"/>
          </a:xfrm>
          <a:custGeom>
            <a:avLst/>
            <a:gdLst>
              <a:gd name="connsiteX0" fmla="*/ 0 w 9482138"/>
              <a:gd name="connsiteY0" fmla="*/ 0 h 6858000"/>
              <a:gd name="connsiteX1" fmla="*/ 9482138 w 9482138"/>
              <a:gd name="connsiteY1" fmla="*/ 0 h 6858000"/>
              <a:gd name="connsiteX2" fmla="*/ 9482138 w 9482138"/>
              <a:gd name="connsiteY2" fmla="*/ 578924 h 6858000"/>
              <a:gd name="connsiteX3" fmla="*/ 5456950 w 9482138"/>
              <a:gd name="connsiteY3" fmla="*/ 578924 h 6858000"/>
              <a:gd name="connsiteX4" fmla="*/ 5456950 w 9482138"/>
              <a:gd name="connsiteY4" fmla="*/ 3308389 h 6858000"/>
              <a:gd name="connsiteX5" fmla="*/ 9482138 w 9482138"/>
              <a:gd name="connsiteY5" fmla="*/ 3308389 h 6858000"/>
              <a:gd name="connsiteX6" fmla="*/ 9482138 w 9482138"/>
              <a:gd name="connsiteY6" fmla="*/ 6858000 h 6858000"/>
              <a:gd name="connsiteX7" fmla="*/ 0 w 9482138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482138" h="6858000">
                <a:moveTo>
                  <a:pt x="0" y="0"/>
                </a:moveTo>
                <a:lnTo>
                  <a:pt x="9482138" y="0"/>
                </a:lnTo>
                <a:lnTo>
                  <a:pt x="9482138" y="578924"/>
                </a:lnTo>
                <a:lnTo>
                  <a:pt x="5456950" y="578924"/>
                </a:lnTo>
                <a:lnTo>
                  <a:pt x="5456950" y="3308389"/>
                </a:lnTo>
                <a:lnTo>
                  <a:pt x="9482138" y="3308389"/>
                </a:lnTo>
                <a:lnTo>
                  <a:pt x="948213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576000" rIns="0" bIns="0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fr-FR" noProof="0"/>
              <a:t>Insérer une image d'arrière-plan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7892750-F920-4075-9231-A572F740B2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36940" y="2762330"/>
            <a:ext cx="5083629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1">
                <a:solidFill>
                  <a:schemeClr val="bg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fr-FR" noProof="0"/>
              <a:t>Date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46A7E66-2F3D-4DAF-B3F1-46F3715CE1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36940" y="915881"/>
            <a:ext cx="5083629" cy="758246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2400" b="1" cap="all" baseline="0">
                <a:solidFill>
                  <a:schemeClr val="bg1"/>
                </a:solidFill>
              </a:defRPr>
            </a:lvl1pPr>
          </a:lstStyle>
          <a:p>
            <a:r>
              <a:rPr lang="fr-FR" noProof="0"/>
              <a:t>CECI EST LE TITRE </a:t>
            </a:r>
            <a:br>
              <a:rPr lang="fr-FR" noProof="0"/>
            </a:br>
            <a:r>
              <a:rPr lang="fr-FR" noProof="0"/>
              <a:t>DE LA PRÉSENTATION</a:t>
            </a: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0A22EDE5-428A-4963-80CE-359C957D14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52833" y="5628581"/>
            <a:ext cx="2096785" cy="627076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3A44FC1-5CF4-4B6B-8150-7E27C4BB02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36939" y="1922762"/>
            <a:ext cx="5083629" cy="55373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Ceci est le sous-titre </a:t>
            </a:r>
          </a:p>
          <a:p>
            <a:pPr lvl="0"/>
            <a:r>
              <a:rPr lang="fr-FR"/>
              <a:t>de la diapositive</a:t>
            </a:r>
          </a:p>
        </p:txBody>
      </p:sp>
    </p:spTree>
    <p:extLst>
      <p:ext uri="{BB962C8B-B14F-4D97-AF65-F5344CB8AC3E}">
        <p14:creationId xmlns:p14="http://schemas.microsoft.com/office/powerpoint/2010/main" val="3980690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6">
            <a:extLst>
              <a:ext uri="{FF2B5EF4-FFF2-40B4-BE49-F238E27FC236}">
                <a16:creationId xmlns:a16="http://schemas.microsoft.com/office/drawing/2014/main" id="{B2B54569-DE2C-49C3-820D-3ED544F3DA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604" y="728153"/>
            <a:ext cx="11190793" cy="46166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000" b="1" cap="none" spc="0" baseline="0">
                <a:solidFill>
                  <a:schemeClr val="accent4"/>
                </a:solidFill>
              </a:defRPr>
            </a:lvl1pPr>
          </a:lstStyle>
          <a:p>
            <a:r>
              <a:rPr lang="fr-FR" noProof="0"/>
              <a:t>Ceci est le titre de la diapositive 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48E8D184-D806-4C17-A0E9-B9F9D584F1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0604" y="396413"/>
            <a:ext cx="11187221" cy="274517"/>
          </a:xfrm>
          <a:prstGeom prst="rect">
            <a:avLst/>
          </a:prstGeom>
        </p:spPr>
        <p:txBody>
          <a:bodyPr lIns="0" tIns="0" rIns="0" bIns="0" anchor="b"/>
          <a:lstStyle>
            <a:lvl1pPr marL="0" indent="0" defTabSz="914400">
              <a:lnSpc>
                <a:spcPct val="100000"/>
              </a:lnSpc>
              <a:spcBef>
                <a:spcPts val="0"/>
              </a:spcBef>
              <a:buNone/>
              <a:defRPr sz="900" b="0" cap="none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r>
              <a:rPr lang="fr-FR" cap="none"/>
              <a:t>CECI EST LE NOM DE LA SOUS-PARTIE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201AB4E0-CC71-4279-8762-81D4713062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86248" y="6452037"/>
            <a:ext cx="1152971" cy="271927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543C9E4-E0A0-454E-8169-4B877A58726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603" y="2519931"/>
            <a:ext cx="11187220" cy="3735649"/>
          </a:xfrm>
          <a:prstGeom prst="rect">
            <a:avLst/>
          </a:prstGeom>
        </p:spPr>
        <p:txBody>
          <a:bodyPr lIns="0" tIns="0" rIns="0" bIns="0"/>
          <a:lstStyle>
            <a:lvl1pPr marL="172800" indent="-172800" algn="just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Police système Courant"/>
              <a:buChar char="→"/>
              <a:defRPr sz="1200"/>
            </a:lvl1pPr>
            <a:lvl2pPr marL="345600" indent="-172800" algn="just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100"/>
            </a:lvl2pPr>
            <a:lvl3pPr marL="518400" indent="-172800" algn="just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Wingdings" pitchFamily="2" charset="2"/>
              <a:buChar char="ü"/>
              <a:defRPr sz="1050"/>
            </a:lvl3pPr>
            <a:lvl4pPr indent="-172800">
              <a:lnSpc>
                <a:spcPct val="100000"/>
              </a:lnSpc>
              <a:defRPr/>
            </a:lvl4pPr>
            <a:lvl5pPr indent="-172800">
              <a:lnSpc>
                <a:spcPct val="100000"/>
              </a:lnSpc>
              <a:defRPr/>
            </a:lvl5pPr>
          </a:lstStyle>
          <a:p>
            <a:pPr lvl="0"/>
            <a:r>
              <a:rPr lang="fr-FR" noProof="0"/>
              <a:t>Premier niveau de texte</a:t>
            </a:r>
          </a:p>
          <a:p>
            <a:pPr lvl="1"/>
            <a:r>
              <a:rPr lang="fr-FR" noProof="0"/>
              <a:t>Second niveau de texte</a:t>
            </a:r>
          </a:p>
          <a:p>
            <a:pPr lvl="2"/>
            <a:r>
              <a:rPr lang="fr-FR" noProof="0"/>
              <a:t>Troisième niveau de texte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C6CB729-DBB9-607F-6D17-FA07B2356C5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603" y="1830276"/>
            <a:ext cx="11187220" cy="49858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 b="1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2"/>
                </a:solidFill>
              </a:defRPr>
            </a:lvl3pPr>
            <a:lvl4pPr marL="1728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 b="0">
                <a:solidFill>
                  <a:schemeClr val="tx2"/>
                </a:solidFill>
              </a:defRPr>
            </a:lvl4pPr>
            <a:lvl5pPr marL="1728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b="0">
                <a:solidFill>
                  <a:schemeClr val="tx2"/>
                </a:solidFill>
              </a:defRPr>
            </a:lvl5pPr>
            <a:lvl6pPr marL="3456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Verdana" panose="020B0604030504040204" pitchFamily="34" charset="0"/>
              <a:buChar char="-"/>
              <a:defRPr sz="1100">
                <a:solidFill>
                  <a:schemeClr val="tx2"/>
                </a:solidFill>
              </a:defRPr>
            </a:lvl6pPr>
          </a:lstStyle>
          <a:p>
            <a:pPr lvl="0"/>
            <a:r>
              <a:rPr lang="fr-FR" noProof="0"/>
              <a:t>Ceci est le titre d’un paragraphe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58842C3-9B99-E606-EF3E-E81AFE5BFF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4770" y="6485400"/>
            <a:ext cx="410982" cy="205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fld id="{4398FB57-F304-4662-B848-B2A660A6857D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2C3D18A2-4AA0-FCEB-7A42-800B2D48A2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20381" y="6393608"/>
            <a:ext cx="6935100" cy="20401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noProof="0"/>
              <a:t>Ceci est le nom du pied de page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E81FF1E-6985-1058-E604-E5B74609D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43550" y="6597624"/>
            <a:ext cx="1104900" cy="205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0D39E87C-843E-44B0-B9DF-4A80913EBC56}" type="datetime1">
              <a:rPr lang="fr-FR" smtClean="0"/>
              <a:t>18/12/2025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9091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Title of the presentation | Date</a:t>
            </a:r>
          </a:p>
        </p:txBody>
      </p:sp>
      <p:sp>
        <p:nvSpPr>
          <p:cNvPr id="7" name="Espace réservé du texte 4"/>
          <p:cNvSpPr>
            <a:spLocks noGrp="1"/>
          </p:cNvSpPr>
          <p:nvPr>
            <p:ph type="body" sz="quarter" idx="12"/>
          </p:nvPr>
        </p:nvSpPr>
        <p:spPr>
          <a:xfrm>
            <a:off x="2675619" y="1773238"/>
            <a:ext cx="3060000" cy="417671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700" b="1">
                <a:solidFill>
                  <a:schemeClr val="accent4"/>
                </a:solidFill>
              </a:defRPr>
            </a:lvl1pPr>
            <a:lvl2pPr marL="216000" indent="-216000">
              <a:spcBef>
                <a:spcPts val="800"/>
              </a:spcBef>
              <a:buFont typeface="+mj-lt"/>
              <a:buAutoNum type="arabicPeriod"/>
              <a:defRPr sz="1300" b="0">
                <a:solidFill>
                  <a:schemeClr val="accent5"/>
                </a:solidFill>
              </a:defRPr>
            </a:lvl2pPr>
            <a:lvl3pPr marL="216000" indent="0">
              <a:spcBef>
                <a:spcPts val="300"/>
              </a:spcBef>
              <a:buFontTx/>
              <a:buNone/>
              <a:defRPr sz="13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3"/>
          </p:nvPr>
        </p:nvSpPr>
        <p:spPr>
          <a:xfrm>
            <a:off x="6096000" y="1773238"/>
            <a:ext cx="3096000" cy="417671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700" b="1">
                <a:solidFill>
                  <a:schemeClr val="accent4"/>
                </a:solidFill>
              </a:defRPr>
            </a:lvl1pPr>
            <a:lvl2pPr marL="216000" indent="-216000">
              <a:spcBef>
                <a:spcPts val="800"/>
              </a:spcBef>
              <a:buFont typeface="+mj-lt"/>
              <a:buAutoNum type="arabicPeriod"/>
              <a:defRPr sz="1300" b="0">
                <a:solidFill>
                  <a:schemeClr val="accent5"/>
                </a:solidFill>
              </a:defRPr>
            </a:lvl2pPr>
            <a:lvl3pPr marL="216000" indent="0">
              <a:spcBef>
                <a:spcPts val="300"/>
              </a:spcBef>
              <a:buFontTx/>
              <a:buNone/>
              <a:defRPr sz="13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noProof="0"/>
              <a:t>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</p:txBody>
      </p:sp>
      <p:pic>
        <p:nvPicPr>
          <p:cNvPr id="3" name="Imag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70" y="1820388"/>
            <a:ext cx="1247160" cy="175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667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pour une image  7"/>
          <p:cNvSpPr>
            <a:spLocks noGrp="1"/>
          </p:cNvSpPr>
          <p:nvPr>
            <p:ph type="pic" sz="quarter" idx="13"/>
          </p:nvPr>
        </p:nvSpPr>
        <p:spPr>
          <a:xfrm>
            <a:off x="763" y="3167590"/>
            <a:ext cx="12192003" cy="3132410"/>
          </a:xfr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Tx/>
              <a:buNone/>
              <a:defRPr sz="750" b="0">
                <a:solidFill>
                  <a:schemeClr val="tx1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12192765" cy="31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480043" y="166606"/>
            <a:ext cx="5088069" cy="1296566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480043" y="1570762"/>
            <a:ext cx="5088069" cy="215444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400" b="1">
                <a:solidFill>
                  <a:schemeClr val="accent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noProof="0"/>
              <a:t>Modifiez le style des sous-titres du masque</a:t>
            </a:r>
            <a:endParaRPr lang="en-US" noProof="0"/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2" hasCustomPrompt="1"/>
          </p:nvPr>
        </p:nvSpPr>
        <p:spPr>
          <a:xfrm>
            <a:off x="6480043" y="1858795"/>
            <a:ext cx="5088069" cy="20005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300" b="0">
                <a:solidFill>
                  <a:schemeClr val="tx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Date</a:t>
            </a:r>
          </a:p>
        </p:txBody>
      </p:sp>
      <p:pic>
        <p:nvPicPr>
          <p:cNvPr id="5" name="Imag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947" y="595701"/>
            <a:ext cx="3239147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049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989126"/>
            <a:ext cx="12192765" cy="532681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New way for the mobile fleet managment solution | Sept. 2018</a:t>
            </a:r>
          </a:p>
        </p:txBody>
      </p:sp>
      <p:sp>
        <p:nvSpPr>
          <p:cNvPr id="7" name="Espace réservé du texte 4"/>
          <p:cNvSpPr>
            <a:spLocks noGrp="1"/>
          </p:cNvSpPr>
          <p:nvPr>
            <p:ph type="body" sz="quarter" idx="12"/>
          </p:nvPr>
        </p:nvSpPr>
        <p:spPr>
          <a:xfrm>
            <a:off x="3347693" y="1448780"/>
            <a:ext cx="3771707" cy="417671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chemeClr val="accent4"/>
                </a:solidFill>
              </a:defRPr>
            </a:lvl1pPr>
            <a:lvl2pPr marL="162000" indent="-162000">
              <a:spcBef>
                <a:spcPts val="600"/>
              </a:spcBef>
              <a:buFont typeface="+mj-lt"/>
              <a:buAutoNum type="arabicPeriod"/>
              <a:defRPr sz="1200" b="0">
                <a:solidFill>
                  <a:schemeClr val="accent5"/>
                </a:solidFill>
              </a:defRPr>
            </a:lvl2pPr>
            <a:lvl3pPr marL="162000" indent="0">
              <a:spcBef>
                <a:spcPts val="225"/>
              </a:spcBef>
              <a:buFontTx/>
              <a:buNone/>
              <a:defRPr sz="10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3"/>
          </p:nvPr>
        </p:nvSpPr>
        <p:spPr>
          <a:xfrm>
            <a:off x="7416491" y="1448780"/>
            <a:ext cx="3816080" cy="417671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chemeClr val="accent4"/>
                </a:solidFill>
              </a:defRPr>
            </a:lvl1pPr>
            <a:lvl2pPr marL="162000" indent="-162000">
              <a:spcBef>
                <a:spcPts val="600"/>
              </a:spcBef>
              <a:buFont typeface="+mj-lt"/>
              <a:buAutoNum type="arabicPeriod"/>
              <a:defRPr sz="1200" b="0">
                <a:solidFill>
                  <a:schemeClr val="accent5"/>
                </a:solidFill>
              </a:defRPr>
            </a:lvl2pPr>
            <a:lvl3pPr marL="162000" indent="0">
              <a:spcBef>
                <a:spcPts val="225"/>
              </a:spcBef>
              <a:buFontTx/>
              <a:buNone/>
              <a:defRPr sz="10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39" y="1563830"/>
            <a:ext cx="1662880" cy="175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30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hapt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318000"/>
            <a:ext cx="12192765" cy="5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03480" y="1196754"/>
            <a:ext cx="7105521" cy="1368151"/>
          </a:xfrm>
        </p:spPr>
        <p:txBody>
          <a:bodyPr anchor="b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403480" y="2744925"/>
            <a:ext cx="7105521" cy="68407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New way for the mobile fleet managment solution | Sept. 2018</a:t>
            </a:r>
          </a:p>
        </p:txBody>
      </p:sp>
      <p:sp>
        <p:nvSpPr>
          <p:cNvPr id="10" name="ZoneTexte 9"/>
          <p:cNvSpPr txBox="1"/>
          <p:nvPr userDrawn="1"/>
        </p:nvSpPr>
        <p:spPr>
          <a:xfrm>
            <a:off x="11812215" y="6565599"/>
            <a:ext cx="224446" cy="92333"/>
          </a:xfrm>
          <a:prstGeom prst="rect">
            <a:avLst/>
          </a:prstGeom>
          <a:noFill/>
        </p:spPr>
        <p:txBody>
          <a:bodyPr wrap="none" lIns="27000" tIns="0" rIns="27000" bIns="0" rtlCol="0" anchor="b">
            <a:spAutoFit/>
          </a:bodyPr>
          <a:lstStyle/>
          <a:p>
            <a:pPr algn="r"/>
            <a:fld id="{41FC122B-9992-47DE-B0E9-AABF40F54929}" type="slidenum">
              <a:rPr lang="en-US" sz="600" noProof="0" smtClean="0"/>
              <a:pPr algn="r"/>
              <a:t>‹N°›</a:t>
            </a:fld>
            <a:endParaRPr lang="en-US" sz="600" noProof="0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15" y="6461802"/>
            <a:ext cx="1410011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82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/>
          <p:cNvSpPr>
            <a:spLocks noGrp="1"/>
          </p:cNvSpPr>
          <p:nvPr>
            <p:ph type="pic" sz="quarter" idx="13"/>
          </p:nvPr>
        </p:nvSpPr>
        <p:spPr>
          <a:xfrm>
            <a:off x="763" y="0"/>
            <a:ext cx="12192003" cy="6300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Tx/>
              <a:buNone/>
              <a:defRPr sz="750" b="0">
                <a:solidFill>
                  <a:schemeClr val="tx1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59430" y="1296344"/>
            <a:ext cx="7524836" cy="2852737"/>
          </a:xfrm>
        </p:spPr>
        <p:txBody>
          <a:bodyPr anchor="b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59430" y="4305078"/>
            <a:ext cx="7524836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New way for the mobile fleet managment solution | Sept. 2018</a:t>
            </a:r>
          </a:p>
        </p:txBody>
      </p:sp>
    </p:spTree>
    <p:extLst>
      <p:ext uri="{BB962C8B-B14F-4D97-AF65-F5344CB8AC3E}">
        <p14:creationId xmlns:p14="http://schemas.microsoft.com/office/powerpoint/2010/main" val="287288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+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2" y="0"/>
            <a:ext cx="811222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58285" y="2376000"/>
            <a:ext cx="4896000" cy="1728614"/>
          </a:xfrm>
        </p:spPr>
        <p:txBody>
          <a:bodyPr anchor="b"/>
          <a:lstStyle>
            <a:lvl1pPr algn="l">
              <a:defRPr sz="2100">
                <a:solidFill>
                  <a:schemeClr val="tx2"/>
                </a:solidFill>
              </a:defRPr>
            </a:lvl1pPr>
          </a:lstStyle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58285" y="4536000"/>
            <a:ext cx="4896000" cy="79208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425" b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noProof="0"/>
              <a:t>Modifiez le style des sous-titres du masque</a:t>
            </a:r>
            <a:endParaRPr lang="en-US" noProof="0"/>
          </a:p>
        </p:txBody>
      </p:sp>
      <p:sp>
        <p:nvSpPr>
          <p:cNvPr id="11" name="Espace réservé pour une image  7"/>
          <p:cNvSpPr>
            <a:spLocks noGrp="1"/>
          </p:cNvSpPr>
          <p:nvPr>
            <p:ph type="pic" sz="quarter" idx="13"/>
          </p:nvPr>
        </p:nvSpPr>
        <p:spPr>
          <a:xfrm>
            <a:off x="5784845" y="0"/>
            <a:ext cx="5760000" cy="6858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Tx/>
              <a:buNone/>
              <a:defRPr sz="750" b="0">
                <a:solidFill>
                  <a:schemeClr val="tx1"/>
                </a:solidFill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15" y="6461802"/>
            <a:ext cx="1410011" cy="252000"/>
          </a:xfrm>
          <a:prstGeom prst="rect">
            <a:avLst/>
          </a:prstGeom>
        </p:spPr>
      </p:pic>
      <p:sp>
        <p:nvSpPr>
          <p:cNvPr id="9" name="ZoneTexte 8"/>
          <p:cNvSpPr txBox="1"/>
          <p:nvPr userDrawn="1"/>
        </p:nvSpPr>
        <p:spPr>
          <a:xfrm>
            <a:off x="11756111" y="6525345"/>
            <a:ext cx="280551" cy="123111"/>
          </a:xfrm>
          <a:prstGeom prst="rect">
            <a:avLst/>
          </a:prstGeom>
          <a:noFill/>
        </p:spPr>
        <p:txBody>
          <a:bodyPr wrap="none" lIns="27000" tIns="0" rIns="27000" bIns="0" rtlCol="0" anchor="b">
            <a:spAutoFit/>
          </a:bodyPr>
          <a:lstStyle/>
          <a:p>
            <a:pPr algn="r"/>
            <a:fld id="{41FC122B-9992-47DE-B0E9-AABF40F54929}" type="slidenum">
              <a:rPr lang="en-US" sz="800" noProof="0" smtClean="0"/>
              <a:pPr algn="r"/>
              <a:t>‹N°›</a:t>
            </a:fld>
            <a:endParaRPr lang="en-US" sz="800" noProof="0"/>
          </a:p>
        </p:txBody>
      </p:sp>
    </p:spTree>
    <p:extLst>
      <p:ext uri="{BB962C8B-B14F-4D97-AF65-F5344CB8AC3E}">
        <p14:creationId xmlns:p14="http://schemas.microsoft.com/office/powerpoint/2010/main" val="2930148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+ Verbati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2" y="0"/>
            <a:ext cx="612871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58284" y="2376000"/>
            <a:ext cx="5136000" cy="1728614"/>
          </a:xfrm>
        </p:spPr>
        <p:txBody>
          <a:bodyPr anchor="b"/>
          <a:lstStyle>
            <a:lvl1pPr algn="l">
              <a:defRPr sz="2100">
                <a:solidFill>
                  <a:schemeClr val="tx2"/>
                </a:solidFill>
              </a:defRPr>
            </a:lvl1pPr>
          </a:lstStyle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58284" y="4536000"/>
            <a:ext cx="5136000" cy="79208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425" b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noProof="0"/>
              <a:t>Modifiez le style des sous-titres du masque</a:t>
            </a:r>
            <a:endParaRPr lang="en-US" noProof="0"/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6816081" y="1160748"/>
            <a:ext cx="4752033" cy="2628292"/>
          </a:xfrm>
          <a:ln w="635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FontTx/>
              <a:buNone/>
              <a:defRPr sz="2400" b="0" i="1">
                <a:solidFill>
                  <a:schemeClr val="bg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Verbatim</a:t>
            </a:r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15" y="6461802"/>
            <a:ext cx="1410011" cy="252000"/>
          </a:xfrm>
          <a:prstGeom prst="rect">
            <a:avLst/>
          </a:prstGeom>
        </p:spPr>
      </p:pic>
      <p:sp>
        <p:nvSpPr>
          <p:cNvPr id="11" name="ZoneTexte 10"/>
          <p:cNvSpPr txBox="1"/>
          <p:nvPr userDrawn="1"/>
        </p:nvSpPr>
        <p:spPr>
          <a:xfrm>
            <a:off x="11756111" y="6525345"/>
            <a:ext cx="280551" cy="123111"/>
          </a:xfrm>
          <a:prstGeom prst="rect">
            <a:avLst/>
          </a:prstGeom>
          <a:noFill/>
        </p:spPr>
        <p:txBody>
          <a:bodyPr wrap="none" lIns="27000" tIns="0" rIns="27000" bIns="0" rtlCol="0" anchor="b">
            <a:spAutoFit/>
          </a:bodyPr>
          <a:lstStyle/>
          <a:p>
            <a:pPr algn="r"/>
            <a:fld id="{41FC122B-9992-47DE-B0E9-AABF40F54929}" type="slidenum">
              <a:rPr lang="en-US" sz="800" noProof="0" smtClean="0"/>
              <a:pPr algn="r"/>
              <a:t>‹N°›</a:t>
            </a:fld>
            <a:endParaRPr lang="en-US" sz="800" noProof="0"/>
          </a:p>
        </p:txBody>
      </p:sp>
    </p:spTree>
    <p:extLst>
      <p:ext uri="{BB962C8B-B14F-4D97-AF65-F5344CB8AC3E}">
        <p14:creationId xmlns:p14="http://schemas.microsoft.com/office/powerpoint/2010/main" val="892803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New way for the mobile fleet managment solution | Sept. 2018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8416795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New way for the mobile fleet managment solution | Sept. 2018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658813" y="1773238"/>
            <a:ext cx="5437187" cy="4176712"/>
          </a:xfrm>
        </p:spPr>
        <p:txBody>
          <a:bodyPr/>
          <a:lstStyle/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US" noProof="0"/>
          </a:p>
        </p:txBody>
      </p:sp>
      <p:sp>
        <p:nvSpPr>
          <p:cNvPr id="8" name="Espace réservé pour une image  7"/>
          <p:cNvSpPr>
            <a:spLocks noGrp="1"/>
          </p:cNvSpPr>
          <p:nvPr>
            <p:ph type="pic" sz="quarter" idx="13"/>
          </p:nvPr>
        </p:nvSpPr>
        <p:spPr>
          <a:xfrm>
            <a:off x="7067549" y="1196975"/>
            <a:ext cx="5124451" cy="5111750"/>
          </a:xfr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Tx/>
              <a:buNone/>
              <a:defRPr sz="750" b="0"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Cliquez sur l'icône pour ajouter une image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0528531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New way for the mobile fleet managment solution | Sept. 2018</a:t>
            </a:r>
          </a:p>
        </p:txBody>
      </p:sp>
      <p:sp>
        <p:nvSpPr>
          <p:cNvPr id="7" name="Espace réservé du texte 4"/>
          <p:cNvSpPr>
            <a:spLocks noGrp="1"/>
          </p:cNvSpPr>
          <p:nvPr>
            <p:ph type="body" sz="quarter" idx="14" hasCustomPrompt="1"/>
          </p:nvPr>
        </p:nvSpPr>
        <p:spPr>
          <a:xfrm>
            <a:off x="7572896" y="3969060"/>
            <a:ext cx="3611669" cy="1417976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4000" b="0">
                <a:solidFill>
                  <a:schemeClr val="accent2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20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  <a:p>
            <a:pPr lvl="1"/>
            <a:r>
              <a:rPr lang="en-US" noProof="0" err="1"/>
              <a:t>Deuxième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</p:txBody>
      </p:sp>
      <p:sp>
        <p:nvSpPr>
          <p:cNvPr id="10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658813" y="1556792"/>
            <a:ext cx="5220000" cy="4140000"/>
          </a:xfrm>
          <a:solidFill>
            <a:srgbClr val="FFFFFF">
              <a:alpha val="74902"/>
            </a:srgbClr>
          </a:solidFill>
        </p:spPr>
        <p:txBody>
          <a:bodyPr lIns="180000" tIns="360000" rIns="180000" bIns="216000"/>
          <a:lstStyle/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9388558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New way for the mobile fleet managment solution | Sept. 2018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6"/>
          </p:nvPr>
        </p:nvSpPr>
        <p:spPr>
          <a:xfrm>
            <a:off x="658814" y="4858427"/>
            <a:ext cx="5135033" cy="1080791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7" hasCustomPrompt="1"/>
          </p:nvPr>
        </p:nvSpPr>
        <p:spPr>
          <a:xfrm>
            <a:off x="1810095" y="3424892"/>
            <a:ext cx="3611669" cy="972546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  <a:p>
            <a:pPr lvl="1"/>
            <a:r>
              <a:rPr lang="en-US" noProof="0" err="1"/>
              <a:t>Deuxième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</p:txBody>
      </p:sp>
      <p:sp>
        <p:nvSpPr>
          <p:cNvPr id="13" name="Espace réservé du texte 4"/>
          <p:cNvSpPr>
            <a:spLocks noGrp="1"/>
          </p:cNvSpPr>
          <p:nvPr>
            <p:ph type="body" sz="quarter" idx="18" hasCustomPrompt="1"/>
          </p:nvPr>
        </p:nvSpPr>
        <p:spPr>
          <a:xfrm>
            <a:off x="6630166" y="3032956"/>
            <a:ext cx="3611669" cy="972546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200" b="0">
                <a:solidFill>
                  <a:schemeClr val="accent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  <a:p>
            <a:pPr lvl="1"/>
            <a:r>
              <a:rPr lang="en-US" noProof="0" err="1"/>
              <a:t>Deuxième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</p:txBody>
      </p:sp>
      <p:sp>
        <p:nvSpPr>
          <p:cNvPr id="14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6096002" y="4858427"/>
            <a:ext cx="5464821" cy="1080791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148314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rame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/>
          <p:cNvSpPr>
            <a:spLocks noGrp="1"/>
          </p:cNvSpPr>
          <p:nvPr>
            <p:ph type="pic" sz="quarter" idx="13"/>
          </p:nvPr>
        </p:nvSpPr>
        <p:spPr>
          <a:xfrm>
            <a:off x="-1" y="1196975"/>
            <a:ext cx="12192001" cy="5111750"/>
          </a:xfr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Tx/>
              <a:buNone/>
              <a:defRPr sz="750" b="0">
                <a:solidFill>
                  <a:schemeClr val="tx1"/>
                </a:solidFill>
              </a:defRPr>
            </a:lvl1pPr>
          </a:lstStyle>
          <a:p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New way for the mobile fleet managment solution | Sept. 2018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658813" y="1556792"/>
            <a:ext cx="5220000" cy="4140000"/>
          </a:xfrm>
          <a:solidFill>
            <a:srgbClr val="FFFFFF">
              <a:alpha val="74902"/>
            </a:srgbClr>
          </a:solidFill>
        </p:spPr>
        <p:txBody>
          <a:bodyPr lIns="180000" tIns="360000" rIns="180000" bIns="216000"/>
          <a:lstStyle/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US" noProof="0"/>
          </a:p>
        </p:txBody>
      </p:sp>
      <p:sp>
        <p:nvSpPr>
          <p:cNvPr id="12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6348028" y="1556792"/>
            <a:ext cx="5220000" cy="4140000"/>
          </a:xfrm>
          <a:solidFill>
            <a:srgbClr val="FFFFFF">
              <a:alpha val="74902"/>
            </a:srgbClr>
          </a:solidFill>
        </p:spPr>
        <p:txBody>
          <a:bodyPr lIns="180000" tIns="360000" rIns="180000" bIns="216000"/>
          <a:lstStyle/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572750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New way for the mobile fleet managment solution | Sept. 2018</a:t>
            </a:r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2"/>
          </p:nvPr>
        </p:nvSpPr>
        <p:spPr>
          <a:xfrm>
            <a:off x="671397" y="1664805"/>
            <a:ext cx="5629208" cy="365535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400" b="1">
                <a:solidFill>
                  <a:schemeClr val="tx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</p:txBody>
      </p:sp>
      <p:sp>
        <p:nvSpPr>
          <p:cNvPr id="8" name="Espace réservé du graphique 7"/>
          <p:cNvSpPr>
            <a:spLocks noGrp="1"/>
          </p:cNvSpPr>
          <p:nvPr>
            <p:ph type="chart" sz="quarter" idx="13"/>
          </p:nvPr>
        </p:nvSpPr>
        <p:spPr>
          <a:xfrm>
            <a:off x="659396" y="2565400"/>
            <a:ext cx="4620513" cy="3240000"/>
          </a:xfrm>
        </p:spPr>
        <p:txBody>
          <a:bodyPr anchor="ctr"/>
          <a:lstStyle>
            <a:lvl1pPr marL="0" indent="0" algn="ctr">
              <a:buFontTx/>
              <a:buNone/>
              <a:defRPr sz="750" b="0">
                <a:solidFill>
                  <a:schemeClr val="tx1"/>
                </a:solidFill>
              </a:defRPr>
            </a:lvl1pPr>
          </a:lstStyle>
          <a:p>
            <a:r>
              <a:rPr lang="fr-FR"/>
              <a:t>Cliquez sur l'icône pour ajouter un graphique</a:t>
            </a:r>
          </a:p>
        </p:txBody>
      </p:sp>
      <p:sp>
        <p:nvSpPr>
          <p:cNvPr id="12" name="Espace réservé du graphique 7"/>
          <p:cNvSpPr>
            <a:spLocks noGrp="1"/>
          </p:cNvSpPr>
          <p:nvPr>
            <p:ph type="chart" sz="quarter" idx="14"/>
          </p:nvPr>
        </p:nvSpPr>
        <p:spPr>
          <a:xfrm>
            <a:off x="6276021" y="2565400"/>
            <a:ext cx="5292588" cy="3240000"/>
          </a:xfrm>
        </p:spPr>
        <p:txBody>
          <a:bodyPr anchor="ctr"/>
          <a:lstStyle>
            <a:lvl1pPr marL="0" indent="0" algn="ctr">
              <a:buFontTx/>
              <a:buNone/>
              <a:defRPr sz="750" b="0">
                <a:solidFill>
                  <a:schemeClr val="tx1"/>
                </a:solidFill>
              </a:defRPr>
            </a:lvl1pPr>
          </a:lstStyle>
          <a:p>
            <a:r>
              <a:rPr lang="fr-FR"/>
              <a:t>Cliquez sur l'icône pour ajouter un graphique</a:t>
            </a:r>
          </a:p>
        </p:txBody>
      </p:sp>
    </p:spTree>
    <p:extLst>
      <p:ext uri="{BB962C8B-B14F-4D97-AF65-F5344CB8AC3E}">
        <p14:creationId xmlns:p14="http://schemas.microsoft.com/office/powerpoint/2010/main" val="16851748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New way for the mobile fleet managment solution | Sept. 2018</a:t>
            </a:r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2"/>
          </p:nvPr>
        </p:nvSpPr>
        <p:spPr>
          <a:xfrm>
            <a:off x="678007" y="5128333"/>
            <a:ext cx="5417993" cy="365535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400" b="1">
                <a:solidFill>
                  <a:schemeClr val="tx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tableau 3"/>
          <p:cNvSpPr>
            <a:spLocks noGrp="1"/>
          </p:cNvSpPr>
          <p:nvPr>
            <p:ph type="tbl" sz="quarter" idx="14"/>
          </p:nvPr>
        </p:nvSpPr>
        <p:spPr>
          <a:xfrm>
            <a:off x="660936" y="1973152"/>
            <a:ext cx="10906647" cy="3070799"/>
          </a:xfrm>
        </p:spPr>
        <p:txBody>
          <a:bodyPr vert="horz" lIns="36000" tIns="0" rIns="36000" bIns="0" rtlCol="0" anchor="ctr">
            <a:noAutofit/>
          </a:bodyPr>
          <a:lstStyle>
            <a:lvl1pPr>
              <a:defRPr lang="fr-FR" sz="750" b="0">
                <a:solidFill>
                  <a:schemeClr val="tx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fr-FR"/>
              <a:t>Cliquez sur l'icône pour ajouter un tableau</a:t>
            </a:r>
          </a:p>
        </p:txBody>
      </p:sp>
    </p:spTree>
    <p:extLst>
      <p:ext uri="{BB962C8B-B14F-4D97-AF65-F5344CB8AC3E}">
        <p14:creationId xmlns:p14="http://schemas.microsoft.com/office/powerpoint/2010/main" val="23162016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White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New way for the mobile fleet managment solution | Sept. 2018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/>
          </p:nvPr>
        </p:nvSpPr>
        <p:spPr>
          <a:xfrm>
            <a:off x="658813" y="1773239"/>
            <a:ext cx="10909795" cy="1223715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0">
              <a:defRPr sz="1600"/>
            </a:lvl2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</p:txBody>
      </p:sp>
      <p:sp>
        <p:nvSpPr>
          <p:cNvPr id="6" name="Espace réservé du texte 4"/>
          <p:cNvSpPr>
            <a:spLocks noGrp="1"/>
          </p:cNvSpPr>
          <p:nvPr>
            <p:ph type="body" sz="quarter" idx="14" hasCustomPrompt="1"/>
          </p:nvPr>
        </p:nvSpPr>
        <p:spPr>
          <a:xfrm>
            <a:off x="671397" y="3429140"/>
            <a:ext cx="2880000" cy="1260000"/>
          </a:xfrm>
          <a:solidFill>
            <a:schemeClr val="bg1"/>
          </a:solidFill>
          <a:ln w="6350">
            <a:solidFill>
              <a:schemeClr val="tx2"/>
            </a:solidFill>
          </a:ln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800" b="1">
                <a:solidFill>
                  <a:schemeClr val="tx2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125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5" hasCustomPrompt="1"/>
          </p:nvPr>
        </p:nvSpPr>
        <p:spPr>
          <a:xfrm>
            <a:off x="4656000" y="3429140"/>
            <a:ext cx="2880000" cy="1260000"/>
          </a:xfrm>
          <a:solidFill>
            <a:schemeClr val="bg1"/>
          </a:solidFill>
          <a:ln w="6350">
            <a:solidFill>
              <a:schemeClr val="tx2"/>
            </a:solidFill>
          </a:ln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800" b="1">
                <a:solidFill>
                  <a:schemeClr val="tx2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125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6" hasCustomPrompt="1"/>
          </p:nvPr>
        </p:nvSpPr>
        <p:spPr>
          <a:xfrm>
            <a:off x="8688288" y="3429140"/>
            <a:ext cx="2880000" cy="1260000"/>
          </a:xfrm>
          <a:solidFill>
            <a:schemeClr val="bg1"/>
          </a:solidFill>
          <a:ln w="6350">
            <a:solidFill>
              <a:schemeClr val="tx2"/>
            </a:solidFill>
          </a:ln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800" b="1">
                <a:solidFill>
                  <a:schemeClr val="tx2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125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</p:txBody>
      </p:sp>
    </p:spTree>
    <p:extLst>
      <p:ext uri="{BB962C8B-B14F-4D97-AF65-F5344CB8AC3E}">
        <p14:creationId xmlns:p14="http://schemas.microsoft.com/office/powerpoint/2010/main" val="21821863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Red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New way for the mobile fleet managment solution | Sept. 2018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/>
          </p:nvPr>
        </p:nvSpPr>
        <p:spPr>
          <a:xfrm>
            <a:off x="658813" y="1773239"/>
            <a:ext cx="10909795" cy="1223715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0">
              <a:defRPr sz="1600"/>
            </a:lvl2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</p:txBody>
      </p:sp>
      <p:sp>
        <p:nvSpPr>
          <p:cNvPr id="6" name="Espace réservé du texte 4"/>
          <p:cNvSpPr>
            <a:spLocks noGrp="1"/>
          </p:cNvSpPr>
          <p:nvPr>
            <p:ph type="body" sz="quarter" idx="14" hasCustomPrompt="1"/>
          </p:nvPr>
        </p:nvSpPr>
        <p:spPr>
          <a:xfrm>
            <a:off x="2831637" y="3429000"/>
            <a:ext cx="2880000" cy="1260000"/>
          </a:xfrm>
          <a:solidFill>
            <a:schemeClr val="tx2"/>
          </a:solidFill>
          <a:ln w="6350">
            <a:noFill/>
          </a:ln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800" b="1">
                <a:solidFill>
                  <a:schemeClr val="bg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125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7" hasCustomPrompt="1"/>
          </p:nvPr>
        </p:nvSpPr>
        <p:spPr>
          <a:xfrm>
            <a:off x="6480363" y="3429000"/>
            <a:ext cx="2880000" cy="1260000"/>
          </a:xfrm>
          <a:solidFill>
            <a:schemeClr val="tx2"/>
          </a:solidFill>
          <a:ln w="6350">
            <a:noFill/>
          </a:ln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800" b="1">
                <a:solidFill>
                  <a:schemeClr val="bg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125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</p:txBody>
      </p:sp>
      <p:sp>
        <p:nvSpPr>
          <p:cNvPr id="13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2839331" y="4829907"/>
            <a:ext cx="3160659" cy="97521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80363" y="4829907"/>
            <a:ext cx="3160659" cy="97521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9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3890038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New way for the mobile fleet managment solution | Sept. 2018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/>
          </p:nvPr>
        </p:nvSpPr>
        <p:spPr>
          <a:xfrm>
            <a:off x="658813" y="1773238"/>
            <a:ext cx="5437187" cy="41767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278588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New way for the mobile fleet managment solution | Sept. 2018</a:t>
            </a:r>
          </a:p>
        </p:txBody>
      </p:sp>
    </p:spTree>
    <p:extLst>
      <p:ext uri="{BB962C8B-B14F-4D97-AF65-F5344CB8AC3E}">
        <p14:creationId xmlns:p14="http://schemas.microsoft.com/office/powerpoint/2010/main" val="5860075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olbox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83187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370B79A-8BE1-4CAD-9A82-742DC3DE59C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1748956"/>
          </a:xfrm>
          <a:custGeom>
            <a:avLst/>
            <a:gdLst>
              <a:gd name="connsiteX0" fmla="*/ 0 w 12192000"/>
              <a:gd name="connsiteY0" fmla="*/ 0 h 1748956"/>
              <a:gd name="connsiteX1" fmla="*/ 12192000 w 12192000"/>
              <a:gd name="connsiteY1" fmla="*/ 0 h 1748956"/>
              <a:gd name="connsiteX2" fmla="*/ 12192000 w 12192000"/>
              <a:gd name="connsiteY2" fmla="*/ 1748956 h 1748956"/>
              <a:gd name="connsiteX3" fmla="*/ 0 w 12192000"/>
              <a:gd name="connsiteY3" fmla="*/ 1748956 h 1748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748956">
                <a:moveTo>
                  <a:pt x="0" y="0"/>
                </a:moveTo>
                <a:lnTo>
                  <a:pt x="12192000" y="0"/>
                </a:lnTo>
                <a:lnTo>
                  <a:pt x="12192000" y="1748956"/>
                </a:lnTo>
                <a:lnTo>
                  <a:pt x="0" y="17489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fr-FR" noProof="0"/>
              <a:t>Insérer une image d'arrière-plan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20BA8B1-6E9F-5918-5F94-E63572F7B85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05403" y="2767694"/>
            <a:ext cx="3211200" cy="2962800"/>
          </a:xfrm>
          <a:prstGeom prst="rect">
            <a:avLst/>
          </a:prstGeom>
        </p:spPr>
        <p:txBody>
          <a:bodyPr lIns="0" tIns="0" rIns="0" bIns="0"/>
          <a:lstStyle>
            <a:lvl1pPr marL="172800" indent="-172800" algn="just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Police système Courant"/>
              <a:buChar char="→"/>
              <a:defRPr sz="1200"/>
            </a:lvl1pPr>
            <a:lvl2pPr marL="345600" indent="-172800" algn="just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/>
            </a:lvl2pPr>
            <a:lvl3pPr marL="518400" indent="-172800" algn="just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ü"/>
              <a:defRPr sz="1050"/>
            </a:lvl3pPr>
            <a:lvl4pPr indent="-172800">
              <a:lnSpc>
                <a:spcPct val="100000"/>
              </a:lnSpc>
              <a:defRPr/>
            </a:lvl4pPr>
            <a:lvl5pPr indent="-172800">
              <a:lnSpc>
                <a:spcPct val="100000"/>
              </a:lnSpc>
              <a:defRPr/>
            </a:lvl5pPr>
          </a:lstStyle>
          <a:p>
            <a:pPr lvl="0"/>
            <a:r>
              <a:rPr lang="fr-FR" noProof="0" dirty="0"/>
              <a:t>Premier niveau de texte</a:t>
            </a:r>
          </a:p>
          <a:p>
            <a:pPr lvl="1"/>
            <a:r>
              <a:rPr lang="fr-FR" noProof="0" dirty="0"/>
              <a:t>Second niveau de texte</a:t>
            </a:r>
          </a:p>
          <a:p>
            <a:pPr lvl="2"/>
            <a:r>
              <a:rPr lang="fr-FR" noProof="0" dirty="0"/>
              <a:t>Troisième niveau de texte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A42321E-C74D-231D-215A-F43478583E3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488699" y="2767694"/>
            <a:ext cx="3211200" cy="2962800"/>
          </a:xfrm>
          <a:prstGeom prst="rect">
            <a:avLst/>
          </a:prstGeom>
        </p:spPr>
        <p:txBody>
          <a:bodyPr lIns="0" tIns="0" rIns="0" bIns="0"/>
          <a:lstStyle>
            <a:lvl1pPr marL="172800" indent="-172800" algn="just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Police système Courant"/>
              <a:buChar char="→"/>
              <a:defRPr sz="1200"/>
            </a:lvl1pPr>
            <a:lvl2pPr marL="345600" indent="-172800" algn="just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100"/>
            </a:lvl2pPr>
            <a:lvl3pPr marL="518400" indent="-172800" algn="just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ü"/>
              <a:defRPr sz="1050"/>
            </a:lvl3pPr>
            <a:lvl4pPr indent="-172800">
              <a:lnSpc>
                <a:spcPct val="100000"/>
              </a:lnSpc>
              <a:defRPr/>
            </a:lvl4pPr>
            <a:lvl5pPr indent="-172800">
              <a:lnSpc>
                <a:spcPct val="100000"/>
              </a:lnSpc>
              <a:defRPr/>
            </a:lvl5pPr>
          </a:lstStyle>
          <a:p>
            <a:pPr lvl="0"/>
            <a:r>
              <a:rPr lang="fr-FR" noProof="0" dirty="0"/>
              <a:t>Premier niveau de texte</a:t>
            </a:r>
          </a:p>
          <a:p>
            <a:pPr lvl="1"/>
            <a:r>
              <a:rPr lang="fr-FR" noProof="0" dirty="0"/>
              <a:t>Second niveau de texte</a:t>
            </a:r>
          </a:p>
          <a:p>
            <a:pPr lvl="2"/>
            <a:r>
              <a:rPr lang="fr-FR" noProof="0" dirty="0"/>
              <a:t>Troisième niveau de texte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74C7E28-16BE-C211-CE38-301DC032CCF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75398" y="2767694"/>
            <a:ext cx="3211200" cy="2962800"/>
          </a:xfrm>
          <a:prstGeom prst="rect">
            <a:avLst/>
          </a:prstGeom>
        </p:spPr>
        <p:txBody>
          <a:bodyPr lIns="0" tIns="0" rIns="0" bIns="0"/>
          <a:lstStyle>
            <a:lvl1pPr marL="172800" indent="-172800" algn="just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Police système Courant"/>
              <a:buChar char="→"/>
              <a:defRPr sz="1200"/>
            </a:lvl1pPr>
            <a:lvl2pPr marL="345600" indent="-172800" algn="just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100"/>
            </a:lvl2pPr>
            <a:lvl3pPr marL="518400" indent="-172800" algn="just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ü"/>
              <a:defRPr sz="1050"/>
            </a:lvl3pPr>
            <a:lvl4pPr indent="-172800">
              <a:lnSpc>
                <a:spcPct val="100000"/>
              </a:lnSpc>
              <a:defRPr/>
            </a:lvl4pPr>
            <a:lvl5pPr indent="-172800">
              <a:lnSpc>
                <a:spcPct val="100000"/>
              </a:lnSpc>
              <a:defRPr/>
            </a:lvl5pPr>
          </a:lstStyle>
          <a:p>
            <a:pPr lvl="0"/>
            <a:r>
              <a:rPr lang="fr-FR" noProof="0" dirty="0"/>
              <a:t>Premier niveau de texte</a:t>
            </a:r>
          </a:p>
          <a:p>
            <a:pPr lvl="1"/>
            <a:r>
              <a:rPr lang="fr-FR" noProof="0" dirty="0"/>
              <a:t>Second niveau de texte</a:t>
            </a:r>
          </a:p>
          <a:p>
            <a:pPr lvl="2"/>
            <a:r>
              <a:rPr lang="fr-FR" noProof="0" dirty="0"/>
              <a:t>Troisième niveau de texte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854C3C8-A17F-6674-2E81-E3BE1E0BA0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5404" y="2266463"/>
            <a:ext cx="3207798" cy="430887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200" b="1" cap="all" baseline="0">
                <a:solidFill>
                  <a:srgbClr val="FF0000"/>
                </a:solidFill>
              </a:defRPr>
            </a:lvl1pPr>
            <a:lvl2pPr marL="457200" indent="0"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2"/>
                </a:solidFill>
              </a:defRPr>
            </a:lvl3pPr>
            <a:lvl4pPr marL="1728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 b="0">
                <a:solidFill>
                  <a:schemeClr val="tx2"/>
                </a:solidFill>
              </a:defRPr>
            </a:lvl4pPr>
            <a:lvl5pPr marL="1728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b="0">
                <a:solidFill>
                  <a:schemeClr val="tx2"/>
                </a:solidFill>
              </a:defRPr>
            </a:lvl5pPr>
            <a:lvl6pPr marL="3456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Verdana" panose="020B0604030504040204" pitchFamily="34" charset="0"/>
              <a:buChar char="-"/>
              <a:defRPr sz="1100">
                <a:solidFill>
                  <a:schemeClr val="tx2"/>
                </a:solidFill>
              </a:defRPr>
            </a:lvl6pPr>
          </a:lstStyle>
          <a:p>
            <a:pPr lvl="0"/>
            <a:r>
              <a:rPr lang="fr-FR" noProof="0" dirty="0"/>
              <a:t>Nom du chapitre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66F2AEB-055F-4BF0-A6C7-5C5BF8B0CC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92102" y="2266463"/>
            <a:ext cx="3207798" cy="430887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2"/>
              <a:defRPr sz="12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2"/>
                </a:solidFill>
              </a:defRPr>
            </a:lvl3pPr>
            <a:lvl4pPr marL="1728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 b="0">
                <a:solidFill>
                  <a:schemeClr val="tx2"/>
                </a:solidFill>
              </a:defRPr>
            </a:lvl4pPr>
            <a:lvl5pPr marL="1728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b="0">
                <a:solidFill>
                  <a:schemeClr val="tx2"/>
                </a:solidFill>
              </a:defRPr>
            </a:lvl5pPr>
            <a:lvl6pPr marL="3456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Verdana" panose="020B0604030504040204" pitchFamily="34" charset="0"/>
              <a:buChar char="-"/>
              <a:defRPr sz="1100">
                <a:solidFill>
                  <a:schemeClr val="tx2"/>
                </a:solidFill>
              </a:defRPr>
            </a:lvl6pPr>
          </a:lstStyle>
          <a:p>
            <a:pPr lvl="0"/>
            <a:r>
              <a:rPr lang="fr-FR" noProof="0" dirty="0"/>
              <a:t>Nom du chapitre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43A51-5E3C-4D6B-FBE2-AD7B6176E37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78801" y="2266463"/>
            <a:ext cx="3207798" cy="430887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3"/>
              <a:defRPr sz="1200" b="1" cap="all" baseline="0">
                <a:solidFill>
                  <a:schemeClr val="accent5"/>
                </a:solidFill>
              </a:defRPr>
            </a:lvl1pPr>
            <a:lvl2pPr marL="457200" indent="0"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2"/>
                </a:solidFill>
              </a:defRPr>
            </a:lvl3pPr>
            <a:lvl4pPr marL="1728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 b="0">
                <a:solidFill>
                  <a:schemeClr val="tx2"/>
                </a:solidFill>
              </a:defRPr>
            </a:lvl4pPr>
            <a:lvl5pPr marL="1728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b="0">
                <a:solidFill>
                  <a:schemeClr val="tx2"/>
                </a:solidFill>
              </a:defRPr>
            </a:lvl5pPr>
            <a:lvl6pPr marL="3456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Verdana" panose="020B0604030504040204" pitchFamily="34" charset="0"/>
              <a:buChar char="-"/>
              <a:defRPr sz="1100">
                <a:solidFill>
                  <a:schemeClr val="tx2"/>
                </a:solidFill>
              </a:defRPr>
            </a:lvl6pPr>
          </a:lstStyle>
          <a:p>
            <a:pPr lvl="0"/>
            <a:r>
              <a:rPr lang="fr-FR" noProof="0" dirty="0"/>
              <a:t>Nom du chapitre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535BE5B3-7BEC-5B9A-43E1-460066FBB5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57324" y="1142243"/>
            <a:ext cx="4638675" cy="615949"/>
          </a:xfrm>
          <a:custGeom>
            <a:avLst/>
            <a:gdLst>
              <a:gd name="connsiteX0" fmla="*/ 0 w 4533900"/>
              <a:gd name="connsiteY0" fmla="*/ 0 h 615949"/>
              <a:gd name="connsiteX1" fmla="*/ 4533900 w 4533900"/>
              <a:gd name="connsiteY1" fmla="*/ 0 h 615949"/>
              <a:gd name="connsiteX2" fmla="*/ 4533900 w 4533900"/>
              <a:gd name="connsiteY2" fmla="*/ 615949 h 615949"/>
              <a:gd name="connsiteX3" fmla="*/ 0 w 4533900"/>
              <a:gd name="connsiteY3" fmla="*/ 615949 h 615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3900" h="615949">
                <a:moveTo>
                  <a:pt x="0" y="0"/>
                </a:moveTo>
                <a:lnTo>
                  <a:pt x="4533900" y="0"/>
                </a:lnTo>
                <a:lnTo>
                  <a:pt x="4533900" y="615949"/>
                </a:lnTo>
                <a:lnTo>
                  <a:pt x="0" y="615949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85" b="85"/>
            </a:stretch>
          </a:blipFill>
        </p:spPr>
        <p:txBody>
          <a:bodyPr wrap="square" lIns="0" tIns="0" rIns="0" bIns="0">
            <a:noAutofit/>
          </a:bodyPr>
          <a:lstStyle>
            <a:lvl1pPr marL="0" indent="0" defTabSz="914400">
              <a:lnSpc>
                <a:spcPct val="100000"/>
              </a:lnSpc>
              <a:buNone/>
              <a:defRPr lang="fr-FR" noProof="0" dirty="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fr-FR" noProof="0"/>
              <a:t>  </a:t>
            </a:r>
          </a:p>
        </p:txBody>
      </p:sp>
      <p:sp>
        <p:nvSpPr>
          <p:cNvPr id="27" name="Espace réservé de la date 26">
            <a:extLst>
              <a:ext uri="{FF2B5EF4-FFF2-40B4-BE49-F238E27FC236}">
                <a16:creationId xmlns:a16="http://schemas.microsoft.com/office/drawing/2014/main" id="{48B6CFB7-1834-DF20-BD0A-2D89AF9E25A3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80DAA410-430F-4B03-BB57-DFDF3E58A30C}" type="datetime1">
              <a:rPr lang="fr-FR" smtClean="0"/>
              <a:t>18/12/2025</a:t>
            </a:fld>
            <a:endParaRPr lang="fr-FR" dirty="0"/>
          </a:p>
        </p:txBody>
      </p:sp>
      <p:sp>
        <p:nvSpPr>
          <p:cNvPr id="28" name="Espace réservé du pied de page 27">
            <a:extLst>
              <a:ext uri="{FF2B5EF4-FFF2-40B4-BE49-F238E27FC236}">
                <a16:creationId xmlns:a16="http://schemas.microsoft.com/office/drawing/2014/main" id="{7D7B8A4A-DAE3-BC8E-3E6F-84F77FE003BA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fr-FR"/>
              <a:t>Ceci est le nom du pied de page</a:t>
            </a:r>
            <a:endParaRPr lang="fr-FR" dirty="0"/>
          </a:p>
        </p:txBody>
      </p:sp>
      <p:sp>
        <p:nvSpPr>
          <p:cNvPr id="29" name="Espace réservé du numéro de diapositive 28">
            <a:extLst>
              <a:ext uri="{FF2B5EF4-FFF2-40B4-BE49-F238E27FC236}">
                <a16:creationId xmlns:a16="http://schemas.microsoft.com/office/drawing/2014/main" id="{7C38053B-2283-FEF6-B048-2A5D8E1433E8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4398FB57-F304-4662-B848-B2A660A6857D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5225877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370B79A-8BE1-4CAD-9A82-742DC3DE59C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1748956"/>
          </a:xfrm>
          <a:custGeom>
            <a:avLst/>
            <a:gdLst>
              <a:gd name="connsiteX0" fmla="*/ 0 w 12192000"/>
              <a:gd name="connsiteY0" fmla="*/ 0 h 1748956"/>
              <a:gd name="connsiteX1" fmla="*/ 12192000 w 12192000"/>
              <a:gd name="connsiteY1" fmla="*/ 0 h 1748956"/>
              <a:gd name="connsiteX2" fmla="*/ 12192000 w 12192000"/>
              <a:gd name="connsiteY2" fmla="*/ 1748956 h 1748956"/>
              <a:gd name="connsiteX3" fmla="*/ 0 w 12192000"/>
              <a:gd name="connsiteY3" fmla="*/ 1748956 h 1748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748956">
                <a:moveTo>
                  <a:pt x="0" y="0"/>
                </a:moveTo>
                <a:lnTo>
                  <a:pt x="12192000" y="0"/>
                </a:lnTo>
                <a:lnTo>
                  <a:pt x="12192000" y="1748956"/>
                </a:lnTo>
                <a:lnTo>
                  <a:pt x="0" y="17489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fr-FR" noProof="0" dirty="0"/>
              <a:t>Insérer une image d'arrière-plan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C5181928-1819-4804-ADF7-3DAD2D54EF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5404" y="4162407"/>
            <a:ext cx="3207798" cy="430887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4"/>
              <a:defRPr sz="12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2"/>
                </a:solidFill>
              </a:defRPr>
            </a:lvl3pPr>
            <a:lvl4pPr marL="1728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 b="0">
                <a:solidFill>
                  <a:schemeClr val="tx2"/>
                </a:solidFill>
              </a:defRPr>
            </a:lvl4pPr>
            <a:lvl5pPr marL="1728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b="0">
                <a:solidFill>
                  <a:schemeClr val="tx2"/>
                </a:solidFill>
              </a:defRPr>
            </a:lvl5pPr>
            <a:lvl6pPr marL="3456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Verdana" panose="020B0604030504040204" pitchFamily="34" charset="0"/>
              <a:buChar char="-"/>
              <a:defRPr sz="1100">
                <a:solidFill>
                  <a:schemeClr val="tx2"/>
                </a:solidFill>
              </a:defRPr>
            </a:lvl6pPr>
          </a:lstStyle>
          <a:p>
            <a:pPr lvl="0"/>
            <a:r>
              <a:rPr lang="fr-FR" noProof="0" dirty="0"/>
              <a:t>Nom du chapitre</a:t>
            </a:r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A27BB2ED-432B-4511-865E-FE675409CD4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92102" y="4162407"/>
            <a:ext cx="3207798" cy="430887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  <a:defRPr sz="12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2"/>
                </a:solidFill>
              </a:defRPr>
            </a:lvl3pPr>
            <a:lvl4pPr marL="1728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 b="0">
                <a:solidFill>
                  <a:schemeClr val="tx2"/>
                </a:solidFill>
              </a:defRPr>
            </a:lvl4pPr>
            <a:lvl5pPr marL="1728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b="0">
                <a:solidFill>
                  <a:schemeClr val="tx2"/>
                </a:solidFill>
              </a:defRPr>
            </a:lvl5pPr>
            <a:lvl6pPr marL="3456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Verdana" panose="020B0604030504040204" pitchFamily="34" charset="0"/>
              <a:buChar char="-"/>
              <a:defRPr sz="1100">
                <a:solidFill>
                  <a:schemeClr val="tx2"/>
                </a:solidFill>
              </a:defRPr>
            </a:lvl6pPr>
          </a:lstStyle>
          <a:p>
            <a:pPr lvl="0"/>
            <a:r>
              <a:rPr lang="fr-FR" noProof="0" dirty="0"/>
              <a:t>Nom du chapitre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71EE154E-64F5-4BDE-BB05-8EE674E07FA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78801" y="4162407"/>
            <a:ext cx="3207798" cy="430887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6"/>
              <a:defRPr sz="1200" b="1" cap="all" baseline="0">
                <a:solidFill>
                  <a:schemeClr val="accent5"/>
                </a:solidFill>
              </a:defRPr>
            </a:lvl1pPr>
            <a:lvl2pPr marL="457200" indent="0"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2"/>
                </a:solidFill>
              </a:defRPr>
            </a:lvl3pPr>
            <a:lvl4pPr marL="1728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 b="0">
                <a:solidFill>
                  <a:schemeClr val="tx2"/>
                </a:solidFill>
              </a:defRPr>
            </a:lvl4pPr>
            <a:lvl5pPr marL="1728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b="0">
                <a:solidFill>
                  <a:schemeClr val="tx2"/>
                </a:solidFill>
              </a:defRPr>
            </a:lvl5pPr>
            <a:lvl6pPr marL="3456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Verdana" panose="020B0604030504040204" pitchFamily="34" charset="0"/>
              <a:buChar char="-"/>
              <a:defRPr sz="1100">
                <a:solidFill>
                  <a:schemeClr val="tx2"/>
                </a:solidFill>
              </a:defRPr>
            </a:lvl6pPr>
          </a:lstStyle>
          <a:p>
            <a:pPr lvl="0"/>
            <a:r>
              <a:rPr lang="fr-FR" noProof="0" dirty="0"/>
              <a:t>Nom du chapitre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77DE62-9AEE-B594-722E-EA08B423D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05403" y="2767694"/>
            <a:ext cx="3211200" cy="1069200"/>
          </a:xfrm>
          <a:prstGeom prst="rect">
            <a:avLst/>
          </a:prstGeom>
        </p:spPr>
        <p:txBody>
          <a:bodyPr lIns="0" tIns="0" rIns="0" bIns="0"/>
          <a:lstStyle>
            <a:lvl1pPr marL="172800" indent="-172800" algn="just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Police système Courant"/>
              <a:buChar char="→"/>
              <a:defRPr sz="1200"/>
            </a:lvl1pPr>
            <a:lvl2pPr marL="345600" indent="-172800" algn="just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100"/>
            </a:lvl2pPr>
            <a:lvl3pPr marL="518400" indent="-172800" algn="just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ü"/>
              <a:defRPr sz="1050"/>
            </a:lvl3pPr>
            <a:lvl4pPr indent="-172800">
              <a:lnSpc>
                <a:spcPct val="100000"/>
              </a:lnSpc>
              <a:defRPr/>
            </a:lvl4pPr>
            <a:lvl5pPr indent="-172800">
              <a:lnSpc>
                <a:spcPct val="100000"/>
              </a:lnSpc>
              <a:defRPr/>
            </a:lvl5pPr>
          </a:lstStyle>
          <a:p>
            <a:pPr lvl="0"/>
            <a:r>
              <a:rPr lang="fr-FR" noProof="0" dirty="0"/>
              <a:t>Premier niveau de texte</a:t>
            </a:r>
          </a:p>
          <a:p>
            <a:pPr lvl="1"/>
            <a:r>
              <a:rPr lang="fr-FR" noProof="0" dirty="0"/>
              <a:t>Second niveau de texte</a:t>
            </a:r>
          </a:p>
          <a:p>
            <a:pPr lvl="2"/>
            <a:r>
              <a:rPr lang="fr-FR" noProof="0" dirty="0"/>
              <a:t>Troisième niveau de texte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A61ADC5-24E2-79ED-7952-F50ED185E42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5403" y="4661694"/>
            <a:ext cx="3211200" cy="1069200"/>
          </a:xfrm>
          <a:prstGeom prst="rect">
            <a:avLst/>
          </a:prstGeom>
        </p:spPr>
        <p:txBody>
          <a:bodyPr lIns="0" tIns="0" rIns="0" bIns="0"/>
          <a:lstStyle>
            <a:lvl1pPr marL="172800" indent="-172800" algn="just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Police système Courant"/>
              <a:buChar char="→"/>
              <a:defRPr sz="1200"/>
            </a:lvl1pPr>
            <a:lvl2pPr marL="345600" indent="-172800" algn="just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100"/>
            </a:lvl2pPr>
            <a:lvl3pPr marL="518400" indent="-172800" algn="just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ü"/>
              <a:defRPr sz="1050"/>
            </a:lvl3pPr>
            <a:lvl4pPr indent="-172800">
              <a:lnSpc>
                <a:spcPct val="100000"/>
              </a:lnSpc>
              <a:defRPr/>
            </a:lvl4pPr>
            <a:lvl5pPr indent="-172800">
              <a:lnSpc>
                <a:spcPct val="100000"/>
              </a:lnSpc>
              <a:defRPr/>
            </a:lvl5pPr>
          </a:lstStyle>
          <a:p>
            <a:pPr lvl="0"/>
            <a:r>
              <a:rPr lang="fr-FR" noProof="0" dirty="0"/>
              <a:t>Premier niveau de texte</a:t>
            </a:r>
          </a:p>
          <a:p>
            <a:pPr lvl="1"/>
            <a:r>
              <a:rPr lang="fr-FR" noProof="0" dirty="0"/>
              <a:t>Second niveau de texte</a:t>
            </a:r>
          </a:p>
          <a:p>
            <a:pPr lvl="2"/>
            <a:r>
              <a:rPr lang="fr-FR" noProof="0" dirty="0"/>
              <a:t>Troisième niveau de texte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E67E482-74DC-10C1-3F8A-0612EB40E7E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488699" y="2767694"/>
            <a:ext cx="3211200" cy="1069200"/>
          </a:xfrm>
          <a:prstGeom prst="rect">
            <a:avLst/>
          </a:prstGeom>
        </p:spPr>
        <p:txBody>
          <a:bodyPr lIns="0" tIns="0" rIns="0" bIns="0"/>
          <a:lstStyle>
            <a:lvl1pPr marL="172800" indent="-172800" algn="just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Police système Courant"/>
              <a:buChar char="→"/>
              <a:defRPr sz="1200"/>
            </a:lvl1pPr>
            <a:lvl2pPr marL="345600" indent="-172800" algn="just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100"/>
            </a:lvl2pPr>
            <a:lvl3pPr marL="518400" indent="-172800" algn="just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ü"/>
              <a:defRPr sz="1050"/>
            </a:lvl3pPr>
            <a:lvl4pPr indent="-172800">
              <a:lnSpc>
                <a:spcPct val="100000"/>
              </a:lnSpc>
              <a:defRPr/>
            </a:lvl4pPr>
            <a:lvl5pPr indent="-172800">
              <a:lnSpc>
                <a:spcPct val="100000"/>
              </a:lnSpc>
              <a:defRPr/>
            </a:lvl5pPr>
          </a:lstStyle>
          <a:p>
            <a:pPr lvl="0"/>
            <a:r>
              <a:rPr lang="fr-FR" noProof="0" dirty="0"/>
              <a:t>Premier niveau de texte</a:t>
            </a:r>
          </a:p>
          <a:p>
            <a:pPr lvl="1"/>
            <a:r>
              <a:rPr lang="fr-FR" noProof="0" dirty="0"/>
              <a:t>Second niveau de texte</a:t>
            </a:r>
          </a:p>
          <a:p>
            <a:pPr lvl="2"/>
            <a:r>
              <a:rPr lang="fr-FR" noProof="0" dirty="0"/>
              <a:t>Troisième niveau de texte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61DBD9B-F10B-851A-3B2C-62A4378A35B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88699" y="4661694"/>
            <a:ext cx="3211200" cy="1069200"/>
          </a:xfrm>
          <a:prstGeom prst="rect">
            <a:avLst/>
          </a:prstGeom>
        </p:spPr>
        <p:txBody>
          <a:bodyPr lIns="0" tIns="0" rIns="0" bIns="0"/>
          <a:lstStyle>
            <a:lvl1pPr marL="172800" indent="-172800" algn="just">
              <a:lnSpc>
                <a:spcPct val="100000"/>
              </a:lnSpc>
              <a:spcBef>
                <a:spcPts val="600"/>
              </a:spcBef>
              <a:buClr>
                <a:schemeClr val="accent4"/>
              </a:buClr>
              <a:buFont typeface="Police système Courant"/>
              <a:buChar char="→"/>
              <a:defRPr sz="1200"/>
            </a:lvl1pPr>
            <a:lvl2pPr marL="345600" indent="-172800" algn="just">
              <a:lnSpc>
                <a:spcPct val="100000"/>
              </a:lnSpc>
              <a:spcBef>
                <a:spcPts val="60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1100"/>
            </a:lvl2pPr>
            <a:lvl3pPr marL="518400" indent="-172800" algn="just">
              <a:lnSpc>
                <a:spcPct val="100000"/>
              </a:lnSpc>
              <a:spcBef>
                <a:spcPts val="600"/>
              </a:spcBef>
              <a:buClr>
                <a:schemeClr val="accent4"/>
              </a:buClr>
              <a:buFont typeface="Wingdings" pitchFamily="2" charset="2"/>
              <a:buChar char="ü"/>
              <a:defRPr sz="1050"/>
            </a:lvl3pPr>
            <a:lvl4pPr indent="-172800">
              <a:lnSpc>
                <a:spcPct val="100000"/>
              </a:lnSpc>
              <a:defRPr/>
            </a:lvl4pPr>
            <a:lvl5pPr indent="-172800">
              <a:lnSpc>
                <a:spcPct val="100000"/>
              </a:lnSpc>
              <a:defRPr/>
            </a:lvl5pPr>
          </a:lstStyle>
          <a:p>
            <a:pPr lvl="0"/>
            <a:r>
              <a:rPr lang="fr-FR" noProof="0" dirty="0"/>
              <a:t>Premier niveau de texte</a:t>
            </a:r>
          </a:p>
          <a:p>
            <a:pPr lvl="1"/>
            <a:r>
              <a:rPr lang="fr-FR" noProof="0" dirty="0"/>
              <a:t>Second niveau de texte</a:t>
            </a:r>
          </a:p>
          <a:p>
            <a:pPr lvl="2"/>
            <a:r>
              <a:rPr lang="fr-FR" noProof="0" dirty="0"/>
              <a:t>Troisième niveau de texte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EB0C543-0BA3-3847-905D-F24F0828A1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75398" y="2767694"/>
            <a:ext cx="3211200" cy="1069200"/>
          </a:xfrm>
          <a:prstGeom prst="rect">
            <a:avLst/>
          </a:prstGeom>
        </p:spPr>
        <p:txBody>
          <a:bodyPr lIns="0" tIns="0" rIns="0" bIns="0"/>
          <a:lstStyle>
            <a:lvl1pPr marL="172800" indent="-172800" algn="just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Police système Courant"/>
              <a:buChar char="→"/>
              <a:defRPr sz="1200"/>
            </a:lvl1pPr>
            <a:lvl2pPr marL="345600" indent="-172800" algn="just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100"/>
            </a:lvl2pPr>
            <a:lvl3pPr marL="518400" indent="-172800" algn="just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ü"/>
              <a:defRPr sz="1050"/>
            </a:lvl3pPr>
            <a:lvl4pPr indent="-172800">
              <a:lnSpc>
                <a:spcPct val="100000"/>
              </a:lnSpc>
              <a:defRPr/>
            </a:lvl4pPr>
            <a:lvl5pPr indent="-172800">
              <a:lnSpc>
                <a:spcPct val="100000"/>
              </a:lnSpc>
              <a:defRPr/>
            </a:lvl5pPr>
          </a:lstStyle>
          <a:p>
            <a:pPr lvl="0"/>
            <a:r>
              <a:rPr lang="fr-FR" noProof="0" dirty="0"/>
              <a:t>Premier niveau de texte</a:t>
            </a:r>
          </a:p>
          <a:p>
            <a:pPr lvl="1"/>
            <a:r>
              <a:rPr lang="fr-FR" noProof="0" dirty="0"/>
              <a:t>Second niveau de texte</a:t>
            </a:r>
          </a:p>
          <a:p>
            <a:pPr lvl="2"/>
            <a:r>
              <a:rPr lang="fr-FR" noProof="0" dirty="0"/>
              <a:t>Troisième niveau de texte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9494728-83B7-137A-A197-614047EFC1C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75398" y="4661694"/>
            <a:ext cx="3211200" cy="1069200"/>
          </a:xfrm>
          <a:prstGeom prst="rect">
            <a:avLst/>
          </a:prstGeom>
        </p:spPr>
        <p:txBody>
          <a:bodyPr lIns="0" tIns="0" rIns="0" bIns="0"/>
          <a:lstStyle>
            <a:lvl1pPr marL="172800" indent="-172800" algn="just">
              <a:lnSpc>
                <a:spcPct val="100000"/>
              </a:lnSpc>
              <a:spcBef>
                <a:spcPts val="600"/>
              </a:spcBef>
              <a:buClr>
                <a:schemeClr val="accent5"/>
              </a:buClr>
              <a:buFont typeface="Police système Courant"/>
              <a:buChar char="→"/>
              <a:defRPr sz="1200"/>
            </a:lvl1pPr>
            <a:lvl2pPr marL="345600" indent="-172800" algn="just">
              <a:lnSpc>
                <a:spcPct val="100000"/>
              </a:lnSpc>
              <a:spcBef>
                <a:spcPts val="6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100"/>
            </a:lvl2pPr>
            <a:lvl3pPr marL="518400" indent="-172800" algn="just">
              <a:lnSpc>
                <a:spcPct val="100000"/>
              </a:lnSpc>
              <a:spcBef>
                <a:spcPts val="600"/>
              </a:spcBef>
              <a:buClr>
                <a:schemeClr val="accent5"/>
              </a:buClr>
              <a:buFont typeface="Wingdings" pitchFamily="2" charset="2"/>
              <a:buChar char="ü"/>
              <a:defRPr sz="1050"/>
            </a:lvl3pPr>
            <a:lvl4pPr indent="-172800">
              <a:lnSpc>
                <a:spcPct val="100000"/>
              </a:lnSpc>
              <a:defRPr/>
            </a:lvl4pPr>
            <a:lvl5pPr indent="-172800">
              <a:lnSpc>
                <a:spcPct val="100000"/>
              </a:lnSpc>
              <a:defRPr/>
            </a:lvl5pPr>
          </a:lstStyle>
          <a:p>
            <a:pPr lvl="0"/>
            <a:r>
              <a:rPr lang="fr-FR" noProof="0" dirty="0"/>
              <a:t>Premier niveau de texte</a:t>
            </a:r>
          </a:p>
          <a:p>
            <a:pPr lvl="1"/>
            <a:r>
              <a:rPr lang="fr-FR" noProof="0" dirty="0"/>
              <a:t>Second niveau de texte</a:t>
            </a:r>
          </a:p>
          <a:p>
            <a:pPr lvl="2"/>
            <a:r>
              <a:rPr lang="fr-FR" noProof="0" dirty="0"/>
              <a:t>Troisième niveau de texte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F31F210-D27F-9E3F-AAE4-A67320306B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5404" y="2266463"/>
            <a:ext cx="3207798" cy="430887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2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2"/>
                </a:solidFill>
              </a:defRPr>
            </a:lvl3pPr>
            <a:lvl4pPr marL="1728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 b="0">
                <a:solidFill>
                  <a:schemeClr val="tx2"/>
                </a:solidFill>
              </a:defRPr>
            </a:lvl4pPr>
            <a:lvl5pPr marL="1728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b="0">
                <a:solidFill>
                  <a:schemeClr val="tx2"/>
                </a:solidFill>
              </a:defRPr>
            </a:lvl5pPr>
            <a:lvl6pPr marL="3456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Verdana" panose="020B0604030504040204" pitchFamily="34" charset="0"/>
              <a:buChar char="-"/>
              <a:defRPr sz="1100">
                <a:solidFill>
                  <a:schemeClr val="tx2"/>
                </a:solidFill>
              </a:defRPr>
            </a:lvl6pPr>
          </a:lstStyle>
          <a:p>
            <a:pPr lvl="0"/>
            <a:r>
              <a:rPr lang="fr-FR" noProof="0" dirty="0"/>
              <a:t>Nom du chapitre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1C592B-6F64-5C0E-0510-78CC6427D2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92102" y="2266463"/>
            <a:ext cx="3207798" cy="430887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2"/>
              <a:defRPr sz="12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2"/>
                </a:solidFill>
              </a:defRPr>
            </a:lvl3pPr>
            <a:lvl4pPr marL="1728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 b="0">
                <a:solidFill>
                  <a:schemeClr val="tx2"/>
                </a:solidFill>
              </a:defRPr>
            </a:lvl4pPr>
            <a:lvl5pPr marL="1728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b="0">
                <a:solidFill>
                  <a:schemeClr val="tx2"/>
                </a:solidFill>
              </a:defRPr>
            </a:lvl5pPr>
            <a:lvl6pPr marL="3456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Verdana" panose="020B0604030504040204" pitchFamily="34" charset="0"/>
              <a:buChar char="-"/>
              <a:defRPr sz="1100">
                <a:solidFill>
                  <a:schemeClr val="tx2"/>
                </a:solidFill>
              </a:defRPr>
            </a:lvl6pPr>
          </a:lstStyle>
          <a:p>
            <a:pPr lvl="0"/>
            <a:r>
              <a:rPr lang="fr-FR" noProof="0" dirty="0"/>
              <a:t>Nom du chapitre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F6DF352D-FE1E-4904-0F94-DAE6BD33EA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57324" y="1142243"/>
            <a:ext cx="4638675" cy="615949"/>
          </a:xfrm>
          <a:custGeom>
            <a:avLst/>
            <a:gdLst>
              <a:gd name="connsiteX0" fmla="*/ 0 w 4533900"/>
              <a:gd name="connsiteY0" fmla="*/ 0 h 615949"/>
              <a:gd name="connsiteX1" fmla="*/ 4533900 w 4533900"/>
              <a:gd name="connsiteY1" fmla="*/ 0 h 615949"/>
              <a:gd name="connsiteX2" fmla="*/ 4533900 w 4533900"/>
              <a:gd name="connsiteY2" fmla="*/ 615949 h 615949"/>
              <a:gd name="connsiteX3" fmla="*/ 0 w 4533900"/>
              <a:gd name="connsiteY3" fmla="*/ 615949 h 615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3900" h="615949">
                <a:moveTo>
                  <a:pt x="0" y="0"/>
                </a:moveTo>
                <a:lnTo>
                  <a:pt x="4533900" y="0"/>
                </a:lnTo>
                <a:lnTo>
                  <a:pt x="4533900" y="615949"/>
                </a:lnTo>
                <a:lnTo>
                  <a:pt x="0" y="615949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85" b="85"/>
            </a:stretch>
          </a:blipFill>
        </p:spPr>
        <p:txBody>
          <a:bodyPr wrap="square" lIns="0" tIns="0" rIns="0" bIns="0">
            <a:noAutofit/>
          </a:bodyPr>
          <a:lstStyle>
            <a:lvl1pPr marL="0" indent="0" defTabSz="914400">
              <a:lnSpc>
                <a:spcPct val="100000"/>
              </a:lnSpc>
              <a:buNone/>
              <a:defRPr lang="fr-FR" noProof="0" dirty="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fr-FR" noProof="0"/>
              <a:t>  </a:t>
            </a:r>
          </a:p>
        </p:txBody>
      </p:sp>
      <p:sp>
        <p:nvSpPr>
          <p:cNvPr id="26" name="Espace réservé de la date 25">
            <a:extLst>
              <a:ext uri="{FF2B5EF4-FFF2-40B4-BE49-F238E27FC236}">
                <a16:creationId xmlns:a16="http://schemas.microsoft.com/office/drawing/2014/main" id="{3CF47387-C43E-D01A-0C1A-EB384B3ADE93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fld id="{9BA3AD7C-35F4-4365-B509-B04D9C36C803}" type="datetime1">
              <a:rPr lang="fr-FR" smtClean="0"/>
              <a:t>18/12/2025</a:t>
            </a:fld>
            <a:endParaRPr lang="fr-FR" dirty="0"/>
          </a:p>
        </p:txBody>
      </p:sp>
      <p:sp>
        <p:nvSpPr>
          <p:cNvPr id="27" name="Espace réservé du pied de page 26">
            <a:extLst>
              <a:ext uri="{FF2B5EF4-FFF2-40B4-BE49-F238E27FC236}">
                <a16:creationId xmlns:a16="http://schemas.microsoft.com/office/drawing/2014/main" id="{31B58C23-1F93-2099-F2CA-E932C9786D61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fr-FR"/>
              <a:t>Ceci est le nom du pied de page</a:t>
            </a:r>
            <a:endParaRPr lang="fr-FR" dirty="0"/>
          </a:p>
        </p:txBody>
      </p:sp>
      <p:sp>
        <p:nvSpPr>
          <p:cNvPr id="28" name="Espace réservé du numéro de diapositive 27">
            <a:extLst>
              <a:ext uri="{FF2B5EF4-FFF2-40B4-BE49-F238E27FC236}">
                <a16:creationId xmlns:a16="http://schemas.microsoft.com/office/drawing/2014/main" id="{ACBF71FC-55BA-CBF3-C83B-336A145D300C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4398FB57-F304-4662-B848-B2A660A6857D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E02AA10-B85C-290B-B717-A680819D53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78801" y="2266463"/>
            <a:ext cx="3207798" cy="430887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marL="1728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3"/>
              <a:defRPr sz="12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400" b="0">
                <a:solidFill>
                  <a:schemeClr val="tx2"/>
                </a:solidFill>
              </a:defRPr>
            </a:lvl3pPr>
            <a:lvl4pPr marL="1728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400" b="0">
                <a:solidFill>
                  <a:schemeClr val="tx2"/>
                </a:solidFill>
              </a:defRPr>
            </a:lvl4pPr>
            <a:lvl5pPr marL="1728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 b="0">
                <a:solidFill>
                  <a:schemeClr val="tx2"/>
                </a:solidFill>
              </a:defRPr>
            </a:lvl5pPr>
            <a:lvl6pPr marL="345600" indent="-172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Verdana" panose="020B0604030504040204" pitchFamily="34" charset="0"/>
              <a:buChar char="-"/>
              <a:defRPr sz="1100">
                <a:solidFill>
                  <a:schemeClr val="tx2"/>
                </a:solidFill>
              </a:defRPr>
            </a:lvl6pPr>
          </a:lstStyle>
          <a:p>
            <a:pPr lvl="0"/>
            <a:r>
              <a:rPr lang="en-US" noProof="0" dirty="0"/>
              <a:t>Nom du </a:t>
            </a:r>
            <a:r>
              <a:rPr lang="en-US" noProof="0" dirty="0" err="1"/>
              <a:t>chapitre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7515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4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9.svg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145F85-46FD-1D10-A7BB-8C2BB7F5ABE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64975" y="6642100"/>
            <a:ext cx="7191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C1 - Internal </a:t>
            </a:r>
          </a:p>
        </p:txBody>
      </p:sp>
    </p:spTree>
    <p:extLst>
      <p:ext uri="{BB962C8B-B14F-4D97-AF65-F5344CB8AC3E}">
        <p14:creationId xmlns:p14="http://schemas.microsoft.com/office/powerpoint/2010/main" val="993220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6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58813" y="152720"/>
            <a:ext cx="10909795" cy="756000"/>
          </a:xfrm>
          <a:prstGeom prst="rect">
            <a:avLst/>
          </a:prstGeom>
        </p:spPr>
        <p:txBody>
          <a:bodyPr vert="horz" lIns="36000" tIns="0" rIns="36000" bIns="0" rtlCol="0" anchor="ctr">
            <a:noAutofit/>
          </a:bodyPr>
          <a:lstStyle/>
          <a:p>
            <a:r>
              <a:rPr lang="en-US" noProof="0" err="1"/>
              <a:t>Modifiez</a:t>
            </a:r>
            <a:r>
              <a:rPr lang="en-US" noProof="0"/>
              <a:t> le style du </a:t>
            </a:r>
            <a:r>
              <a:rPr lang="en-US" noProof="0" err="1"/>
              <a:t>titre</a:t>
            </a:r>
            <a:endParaRPr lang="en-US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58813" y="1773238"/>
            <a:ext cx="10909795" cy="4176711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/>
          <a:p>
            <a:pPr lvl="0"/>
            <a:r>
              <a:rPr lang="en-US" noProof="0" err="1"/>
              <a:t>Modifiez</a:t>
            </a:r>
            <a:r>
              <a:rPr lang="en-US" noProof="0"/>
              <a:t> les styles du </a:t>
            </a:r>
            <a:r>
              <a:rPr lang="en-US" noProof="0" err="1"/>
              <a:t>texte</a:t>
            </a:r>
            <a:r>
              <a:rPr lang="en-US" noProof="0"/>
              <a:t> du masque</a:t>
            </a:r>
          </a:p>
          <a:p>
            <a:pPr lvl="1"/>
            <a:r>
              <a:rPr lang="en-US" noProof="0" err="1"/>
              <a:t>Deuxième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2"/>
            <a:r>
              <a:rPr lang="en-US" noProof="0" err="1"/>
              <a:t>Troisième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3"/>
            <a:r>
              <a:rPr lang="en-US" noProof="0" err="1"/>
              <a:t>Quatrième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4"/>
            <a:r>
              <a:rPr lang="en-US" noProof="0" err="1"/>
              <a:t>Cinquième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5"/>
            <a:r>
              <a:rPr lang="en-US" noProof="0" err="1"/>
              <a:t>Sixième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756000" y="6525345"/>
            <a:ext cx="4680000" cy="123111"/>
          </a:xfrm>
          <a:prstGeom prst="rect">
            <a:avLst/>
          </a:prstGeom>
        </p:spPr>
        <p:txBody>
          <a:bodyPr vert="horz" lIns="36000" tIns="0" rIns="36000" bIns="0" rtlCol="0" anchor="b">
            <a:noAutofit/>
          </a:bodyPr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New way for the mobile fleet managment solution | Sept. 2018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11756111" y="6525345"/>
            <a:ext cx="280551" cy="123111"/>
          </a:xfrm>
          <a:prstGeom prst="rect">
            <a:avLst/>
          </a:prstGeom>
          <a:noFill/>
        </p:spPr>
        <p:txBody>
          <a:bodyPr wrap="none" lIns="27000" tIns="0" rIns="27000" bIns="0" rtlCol="0" anchor="b">
            <a:spAutoFit/>
          </a:bodyPr>
          <a:lstStyle/>
          <a:p>
            <a:pPr algn="r"/>
            <a:fld id="{41FC122B-9992-47DE-B0E9-AABF40F54929}" type="slidenum">
              <a:rPr lang="en-US" sz="800" noProof="0" smtClean="0"/>
              <a:pPr algn="r"/>
              <a:t>‹N°›</a:t>
            </a:fld>
            <a:endParaRPr lang="en-US" sz="800" noProof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15" y="6461802"/>
            <a:ext cx="1410011" cy="25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4EF697-1347-0A43-527A-A0189C79117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64975" y="6642100"/>
            <a:ext cx="7191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C1 - Internal </a:t>
            </a:r>
          </a:p>
        </p:txBody>
      </p:sp>
    </p:spTree>
    <p:extLst>
      <p:ext uri="{BB962C8B-B14F-4D97-AF65-F5344CB8AC3E}">
        <p14:creationId xmlns:p14="http://schemas.microsoft.com/office/powerpoint/2010/main" val="571938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</p:sldLayoutIdLst>
  <p:hf sldNum="0"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685800" rtl="0" eaLnBrk="1" latinLnBrk="0" hangingPunct="1">
        <a:lnSpc>
          <a:spcPct val="100000"/>
        </a:lnSpc>
        <a:spcBef>
          <a:spcPts val="900"/>
        </a:spcBef>
        <a:buSzPct val="70000"/>
        <a:buFont typeface="Wingdings" panose="05000000000000000000" pitchFamily="2" charset="2"/>
        <a:buChar char=""/>
        <a:defRPr sz="1600" b="1" kern="1200">
          <a:solidFill>
            <a:schemeClr val="accent5"/>
          </a:solidFill>
          <a:latin typeface="+mn-lt"/>
          <a:ea typeface="+mn-ea"/>
          <a:cs typeface="+mn-cs"/>
        </a:defRPr>
      </a:lvl1pPr>
      <a:lvl2pPr marL="180000" indent="0" algn="l" defTabSz="685800" rtl="0" eaLnBrk="1" latinLnBrk="0" hangingPunct="1">
        <a:lnSpc>
          <a:spcPct val="100000"/>
        </a:lnSpc>
        <a:spcBef>
          <a:spcPts val="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00" indent="-144000" algn="l" defTabSz="685800" rtl="0" eaLnBrk="1" latinLnBrk="0" hangingPunct="1">
        <a:lnSpc>
          <a:spcPct val="100000"/>
        </a:lnSpc>
        <a:spcBef>
          <a:spcPts val="900"/>
        </a:spcBef>
        <a:buSzPct val="80000"/>
        <a:buFont typeface="Wingdings" panose="05000000000000000000" pitchFamily="2" charset="2"/>
        <a:buChar char="l"/>
        <a:defRPr sz="1200" b="1" kern="1200">
          <a:solidFill>
            <a:schemeClr val="accent2"/>
          </a:solidFill>
          <a:latin typeface="+mn-lt"/>
          <a:ea typeface="+mn-ea"/>
          <a:cs typeface="+mn-cs"/>
        </a:defRPr>
      </a:lvl3pPr>
      <a:lvl4pPr marL="432000" indent="0" algn="l" defTabSz="685800" rtl="0" eaLnBrk="1" latinLnBrk="0" hangingPunct="1">
        <a:lnSpc>
          <a:spcPct val="100000"/>
        </a:lnSpc>
        <a:spcBef>
          <a:spcPts val="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675000" indent="-135000" algn="l" defTabSz="685800" rtl="0" eaLnBrk="1" latinLnBrk="0" hangingPunct="1">
        <a:lnSpc>
          <a:spcPct val="100000"/>
        </a:lnSpc>
        <a:spcBef>
          <a:spcPts val="450"/>
        </a:spcBef>
        <a:buFont typeface="Verdana" panose="020B060403050404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685800" rtl="0" eaLnBrk="1" latinLnBrk="0" hangingPunct="1">
        <a:lnSpc>
          <a:spcPct val="100000"/>
        </a:lnSpc>
        <a:spcBef>
          <a:spcPts val="450"/>
        </a:spcBef>
        <a:buFontTx/>
        <a:buNone/>
        <a:defRPr sz="1000" i="1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311">
          <p15:clr>
            <a:srgbClr val="F26B43"/>
          </p15:clr>
        </p15:guide>
        <p15:guide id="4" pos="4020">
          <p15:clr>
            <a:srgbClr val="F26B43"/>
          </p15:clr>
        </p15:guide>
        <p15:guide id="5" pos="5465">
          <p15:clr>
            <a:srgbClr val="F26B43"/>
          </p15:clr>
        </p15:guide>
        <p15:guide id="6" pos="125">
          <p15:clr>
            <a:srgbClr val="F26B43"/>
          </p15:clr>
        </p15:guide>
        <p15:guide id="7" orient="horz" pos="3748">
          <p15:clr>
            <a:srgbClr val="F26B43"/>
          </p15:clr>
        </p15:guide>
        <p15:guide id="8" orient="horz" pos="1117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C0E219D-836C-A009-6D3C-8559A847AAE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36432" y="6705600"/>
            <a:ext cx="7191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C1 - </a:t>
            </a:r>
            <a:r>
              <a:rPr lang="fr-FR" sz="10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  <a:r>
              <a:rPr lang="fr-FR" sz="1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4FD710E-6CC9-B2B5-DD1F-A12941E780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4770" y="6456186"/>
            <a:ext cx="410982" cy="205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4398FB57-F304-4662-B848-B2A660A6857D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6" name="Graphic 20">
            <a:extLst>
              <a:ext uri="{FF2B5EF4-FFF2-40B4-BE49-F238E27FC236}">
                <a16:creationId xmlns:a16="http://schemas.microsoft.com/office/drawing/2014/main" id="{66061506-0EA0-B878-4332-64DF9BA989F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6248" y="6422823"/>
            <a:ext cx="1152971" cy="271927"/>
          </a:xfrm>
          <a:prstGeom prst="rect">
            <a:avLst/>
          </a:prstGeom>
        </p:spPr>
      </p:pic>
      <p:sp>
        <p:nvSpPr>
          <p:cNvPr id="7" name="Espace réservé du pied de page 1">
            <a:extLst>
              <a:ext uri="{FF2B5EF4-FFF2-40B4-BE49-F238E27FC236}">
                <a16:creationId xmlns:a16="http://schemas.microsoft.com/office/drawing/2014/main" id="{5236D363-0C9A-0641-456F-C5D3A31B05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99918" y="6355080"/>
            <a:ext cx="4592165" cy="2154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/>
              <a:t>Ceci est le nom du pied de page</a:t>
            </a:r>
            <a:endParaRPr lang="fr-FR" dirty="0"/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44C0764F-C776-8D6F-5264-010E12B02E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2555" y="6571639"/>
            <a:ext cx="86689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algn="ctr" defTabSz="914400" rtl="0" eaLnBrk="1" latinLnBrk="0" hangingPunct="1">
              <a:defRPr lang="fr-FR" sz="800" kern="12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E9322E04-4D64-43EA-9FB1-A718BEB06092}" type="datetime1">
              <a:rPr lang="fr-FR" smtClean="0"/>
              <a:pPr/>
              <a:t>18/12/2025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85219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AA26C95F-3929-06BF-9FAB-55BC6907508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482137" cy="6858000"/>
          </a:xfrm>
          <a:custGeom>
            <a:avLst/>
            <a:gdLst>
              <a:gd name="connsiteX0" fmla="*/ 0 w 9482137"/>
              <a:gd name="connsiteY0" fmla="*/ 0 h 6858000"/>
              <a:gd name="connsiteX1" fmla="*/ 9482137 w 9482137"/>
              <a:gd name="connsiteY1" fmla="*/ 0 h 6858000"/>
              <a:gd name="connsiteX2" fmla="*/ 9482137 w 9482137"/>
              <a:gd name="connsiteY2" fmla="*/ 3430840 h 6858000"/>
              <a:gd name="connsiteX3" fmla="*/ 5456950 w 9482137"/>
              <a:gd name="connsiteY3" fmla="*/ 3430840 h 6858000"/>
              <a:gd name="connsiteX4" fmla="*/ 5456950 w 9482137"/>
              <a:gd name="connsiteY4" fmla="*/ 6160305 h 6858000"/>
              <a:gd name="connsiteX5" fmla="*/ 9482137 w 9482137"/>
              <a:gd name="connsiteY5" fmla="*/ 6160305 h 6858000"/>
              <a:gd name="connsiteX6" fmla="*/ 9482137 w 9482137"/>
              <a:gd name="connsiteY6" fmla="*/ 6858000 h 6858000"/>
              <a:gd name="connsiteX7" fmla="*/ 0 w 9482137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482137" h="6858000">
                <a:moveTo>
                  <a:pt x="0" y="0"/>
                </a:moveTo>
                <a:lnTo>
                  <a:pt x="9482137" y="0"/>
                </a:lnTo>
                <a:lnTo>
                  <a:pt x="9482137" y="3430840"/>
                </a:lnTo>
                <a:lnTo>
                  <a:pt x="5456950" y="3430840"/>
                </a:lnTo>
                <a:lnTo>
                  <a:pt x="5456950" y="6160305"/>
                </a:lnTo>
                <a:lnTo>
                  <a:pt x="9482137" y="6160305"/>
                </a:lnTo>
                <a:lnTo>
                  <a:pt x="948213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alpha val="25000"/>
            </a:schemeClr>
          </a:solidFill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 </a:t>
            </a:r>
          </a:p>
        </p:txBody>
      </p:sp>
      <p:pic>
        <p:nvPicPr>
          <p:cNvPr id="6" name="Espace réservé pour une image  5" descr="Une image contenant texte, ciel, extérieur, route&#10;&#10;Description générée automatiquement">
            <a:extLst>
              <a:ext uri="{FF2B5EF4-FFF2-40B4-BE49-F238E27FC236}">
                <a16:creationId xmlns:a16="http://schemas.microsoft.com/office/drawing/2014/main" id="{FD09C9AD-6C06-0EC2-4B96-A1DBF27935A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" r="5"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7D9888-A9A5-4CE9-8E11-0EFE826245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37238" y="5611813"/>
            <a:ext cx="5083175" cy="215900"/>
          </a:xfrm>
        </p:spPr>
        <p:txBody>
          <a:bodyPr lIns="0" tIns="0" rIns="0" bIns="0" anchor="t">
            <a:noAutofit/>
          </a:bodyPr>
          <a:lstStyle/>
          <a:p>
            <a:r>
              <a:rPr lang="en-US" dirty="0"/>
              <a:t>JANVIER </a:t>
            </a:r>
            <a:r>
              <a:rPr lang="en-US" baseline="30000" dirty="0"/>
              <a:t> </a:t>
            </a:r>
            <a:r>
              <a:rPr lang="en-US" dirty="0"/>
              <a:t>2025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B9EBC02-564E-4628-89EA-1EF569C91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6940" y="3765956"/>
            <a:ext cx="5083629" cy="1302051"/>
          </a:xfrm>
        </p:spPr>
        <p:txBody>
          <a:bodyPr/>
          <a:lstStyle/>
          <a:p>
            <a:r>
              <a:rPr lang="fr-FR" dirty="0"/>
              <a:t>PRESENTATION </a:t>
            </a:r>
            <a:r>
              <a:rPr lang="fr-FR" dirty="0" err="1"/>
              <a:t>DEs</a:t>
            </a:r>
            <a:r>
              <a:rPr lang="fr-FR" dirty="0"/>
              <a:t> SOLUTIONS DE SUPERVISION</a:t>
            </a:r>
            <a:br>
              <a:rPr lang="fr-FR" dirty="0"/>
            </a:br>
            <a:endParaRPr lang="en-US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EFBABEAE-122A-B8C3-BF4C-7A25D4137018}"/>
              </a:ext>
            </a:extLst>
          </p:cNvPr>
          <p:cNvSpPr txBox="1">
            <a:spLocks/>
          </p:cNvSpPr>
          <p:nvPr/>
        </p:nvSpPr>
        <p:spPr>
          <a:xfrm>
            <a:off x="5836940" y="4852108"/>
            <a:ext cx="5083175" cy="2159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4753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8FD72F-0B88-4350-A59B-A191F9BB8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3E5987-7F33-4F2E-967E-BAC5F4D8B4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163321"/>
            <a:ext cx="12192000" cy="53957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FCDA53A-2671-2281-826F-D64C01CC9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60"/>
            <a:ext cx="12192000" cy="920084"/>
          </a:xfrm>
          <a:prstGeom prst="rect">
            <a:avLst/>
          </a:prstGeom>
        </p:spPr>
      </p:pic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84A9BE54-2BBD-6CC1-CABE-ABDCA08CAC92}"/>
              </a:ext>
            </a:extLst>
          </p:cNvPr>
          <p:cNvSpPr txBox="1">
            <a:spLocks/>
          </p:cNvSpPr>
          <p:nvPr/>
        </p:nvSpPr>
        <p:spPr>
          <a:xfrm>
            <a:off x="610403" y="334817"/>
            <a:ext cx="4638675" cy="615949"/>
          </a:xfrm>
          <a:custGeom>
            <a:avLst/>
            <a:gdLst>
              <a:gd name="connsiteX0" fmla="*/ 0 w 4533900"/>
              <a:gd name="connsiteY0" fmla="*/ 0 h 615949"/>
              <a:gd name="connsiteX1" fmla="*/ 4533900 w 4533900"/>
              <a:gd name="connsiteY1" fmla="*/ 0 h 615949"/>
              <a:gd name="connsiteX2" fmla="*/ 4533900 w 4533900"/>
              <a:gd name="connsiteY2" fmla="*/ 615949 h 615949"/>
              <a:gd name="connsiteX3" fmla="*/ 0 w 4533900"/>
              <a:gd name="connsiteY3" fmla="*/ 615949 h 615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3900" h="615949">
                <a:moveTo>
                  <a:pt x="0" y="0"/>
                </a:moveTo>
                <a:lnTo>
                  <a:pt x="4533900" y="0"/>
                </a:lnTo>
                <a:lnTo>
                  <a:pt x="4533900" y="615949"/>
                </a:lnTo>
                <a:lnTo>
                  <a:pt x="0" y="615949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85" b="85"/>
            </a:stretch>
          </a:blipFill>
        </p:spPr>
        <p:txBody>
          <a:bodyPr wrap="squar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28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E3A202A2-191E-01E5-76CC-0B9718085EEC}"/>
              </a:ext>
            </a:extLst>
          </p:cNvPr>
          <p:cNvSpPr txBox="1"/>
          <p:nvPr/>
        </p:nvSpPr>
        <p:spPr>
          <a:xfrm>
            <a:off x="289366" y="2349660"/>
            <a:ext cx="891250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fr-FR" sz="2000" b="1" dirty="0">
                <a:solidFill>
                  <a:srgbClr val="920024"/>
                </a:solidFill>
                <a:latin typeface="+mj-lt"/>
              </a:rPr>
              <a:t>Qu’est ce qu’un logiciel de supervision ?</a:t>
            </a:r>
          </a:p>
          <a:p>
            <a:endParaRPr lang="fr-FR" sz="2000" b="1" dirty="0">
              <a:solidFill>
                <a:srgbClr val="920024"/>
              </a:solidFill>
              <a:latin typeface="+mj-lt"/>
            </a:endParaRPr>
          </a:p>
          <a:p>
            <a:r>
              <a:rPr lang="fr-FR" sz="2000" b="1" dirty="0">
                <a:solidFill>
                  <a:srgbClr val="920024"/>
                </a:solidFill>
                <a:latin typeface="+mj-lt"/>
              </a:rPr>
              <a:t>2. Présentation des solutions</a:t>
            </a:r>
          </a:p>
          <a:p>
            <a:endParaRPr lang="fr-FR" sz="2000" b="1" dirty="0">
              <a:solidFill>
                <a:srgbClr val="920024"/>
              </a:solidFill>
              <a:latin typeface="+mj-lt"/>
            </a:endParaRPr>
          </a:p>
          <a:p>
            <a:r>
              <a:rPr lang="fr-FR" sz="2000" b="1" dirty="0">
                <a:solidFill>
                  <a:srgbClr val="920024"/>
                </a:solidFill>
                <a:latin typeface="+mj-lt"/>
              </a:rPr>
              <a:t>3. </a:t>
            </a:r>
            <a:r>
              <a:rPr lang="fr-FR" sz="2000" b="1">
                <a:solidFill>
                  <a:srgbClr val="920024"/>
                </a:solidFill>
                <a:latin typeface="+mj-lt"/>
              </a:rPr>
              <a:t>Proposition</a:t>
            </a:r>
            <a:endParaRPr lang="fr-FR" sz="2000" b="1" dirty="0">
              <a:solidFill>
                <a:srgbClr val="920024"/>
              </a:solidFill>
              <a:latin typeface="+mj-lt"/>
            </a:endParaRPr>
          </a:p>
          <a:p>
            <a:endParaRPr lang="fr-FR" sz="2000" b="1" dirty="0">
              <a:solidFill>
                <a:srgbClr val="920024"/>
              </a:solidFill>
              <a:latin typeface="+mj-lt"/>
            </a:endParaRPr>
          </a:p>
          <a:p>
            <a:r>
              <a:rPr lang="fr-FR" sz="2000" b="1" dirty="0">
                <a:solidFill>
                  <a:srgbClr val="920024"/>
                </a:solidFill>
                <a:latin typeface="+mj-lt"/>
              </a:rPr>
              <a:t>4. Questions réponses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32897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7E8D1AF8-1EE0-254D-3DBA-D5A20888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supervision ?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E04A8E1-CA1E-EE25-829A-A5985E9BF6F1}"/>
              </a:ext>
            </a:extLst>
          </p:cNvPr>
          <p:cNvSpPr txBox="1"/>
          <p:nvPr/>
        </p:nvSpPr>
        <p:spPr>
          <a:xfrm>
            <a:off x="4560754" y="2972217"/>
            <a:ext cx="7644455" cy="210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rgbClr val="920024"/>
                </a:solidFill>
              </a:rPr>
              <a:t>Supervision informatique : </a:t>
            </a:r>
          </a:p>
          <a:p>
            <a:endParaRPr lang="fr-FR" sz="1100" dirty="0">
              <a:solidFill>
                <a:srgbClr val="92002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tx2">
                    <a:lumMod val="75000"/>
                  </a:schemeClr>
                </a:solidFill>
              </a:rPr>
              <a:t>Techniques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tx2">
                    <a:lumMod val="75000"/>
                  </a:schemeClr>
                </a:solidFill>
              </a:rPr>
              <a:t>Outils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tx2">
                    <a:lumMod val="75000"/>
                  </a:schemeClr>
                </a:solidFill>
              </a:rPr>
              <a:t>Logiciels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tx2">
                    <a:lumMod val="75000"/>
                  </a:schemeClr>
                </a:solidFill>
              </a:rPr>
              <a:t>processus 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729CB63F-9069-4F9A-8581-B1E3289C4A59}"/>
              </a:ext>
            </a:extLst>
          </p:cNvPr>
          <p:cNvGrpSpPr/>
          <p:nvPr/>
        </p:nvGrpSpPr>
        <p:grpSpPr>
          <a:xfrm>
            <a:off x="234828" y="1922838"/>
            <a:ext cx="4198801" cy="3058625"/>
            <a:chOff x="247435" y="2414619"/>
            <a:chExt cx="3149101" cy="2293969"/>
          </a:xfrm>
        </p:grpSpPr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61828339-79B8-4263-8042-36F6A17AD2D7}"/>
                </a:ext>
              </a:extLst>
            </p:cNvPr>
            <p:cNvSpPr/>
            <p:nvPr/>
          </p:nvSpPr>
          <p:spPr>
            <a:xfrm rot="2700000" flipH="1">
              <a:off x="1034951" y="1627103"/>
              <a:ext cx="1574070" cy="3149101"/>
            </a:xfrm>
            <a:custGeom>
              <a:avLst/>
              <a:gdLst/>
              <a:ahLst/>
              <a:cxnLst/>
              <a:rect l="l" t="t" r="r" b="b"/>
              <a:pathLst>
                <a:path w="1574070" h="3149101">
                  <a:moveTo>
                    <a:pt x="1396232" y="177838"/>
                  </a:moveTo>
                  <a:cubicBezTo>
                    <a:pt x="1732682" y="514288"/>
                    <a:pt x="1732682" y="1059782"/>
                    <a:pt x="1396232" y="1396232"/>
                  </a:cubicBezTo>
                  <a:cubicBezTo>
                    <a:pt x="1059782" y="1732681"/>
                    <a:pt x="514289" y="1732681"/>
                    <a:pt x="177839" y="1396232"/>
                  </a:cubicBezTo>
                  <a:cubicBezTo>
                    <a:pt x="-158611" y="1059782"/>
                    <a:pt x="-158611" y="514288"/>
                    <a:pt x="177839" y="177838"/>
                  </a:cubicBezTo>
                  <a:cubicBezTo>
                    <a:pt x="514289" y="-158611"/>
                    <a:pt x="1059782" y="-158611"/>
                    <a:pt x="1396232" y="177838"/>
                  </a:cubicBezTo>
                  <a:close/>
                  <a:moveTo>
                    <a:pt x="1574070" y="0"/>
                  </a:moveTo>
                  <a:cubicBezTo>
                    <a:pt x="1139403" y="-434668"/>
                    <a:pt x="434668" y="-434668"/>
                    <a:pt x="0" y="0"/>
                  </a:cubicBezTo>
                  <a:cubicBezTo>
                    <a:pt x="-434668" y="434667"/>
                    <a:pt x="-434668" y="1139403"/>
                    <a:pt x="0" y="1574070"/>
                  </a:cubicBezTo>
                  <a:cubicBezTo>
                    <a:pt x="149565" y="1723636"/>
                    <a:pt x="331107" y="1821737"/>
                    <a:pt x="522925" y="1867116"/>
                  </a:cubicBezTo>
                  <a:lnTo>
                    <a:pt x="522925" y="3149101"/>
                  </a:lnTo>
                  <a:lnTo>
                    <a:pt x="1051145" y="3149101"/>
                  </a:lnTo>
                  <a:lnTo>
                    <a:pt x="1051145" y="1867115"/>
                  </a:lnTo>
                  <a:cubicBezTo>
                    <a:pt x="1242964" y="1821737"/>
                    <a:pt x="1424505" y="1723636"/>
                    <a:pt x="1574070" y="1574070"/>
                  </a:cubicBezTo>
                  <a:cubicBezTo>
                    <a:pt x="2008738" y="1139403"/>
                    <a:pt x="2008738" y="434667"/>
                    <a:pt x="15740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9170" latinLnBrk="1"/>
              <a:endParaRPr lang="ko-KR" altLang="en-US" sz="2400">
                <a:solidFill>
                  <a:prstClr val="white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3" name="Round Same Side Corner Rectangle 13">
              <a:extLst>
                <a:ext uri="{FF2B5EF4-FFF2-40B4-BE49-F238E27FC236}">
                  <a16:creationId xmlns:a16="http://schemas.microsoft.com/office/drawing/2014/main" id="{7A936DA9-B3D4-43D0-96E8-346401131516}"/>
                </a:ext>
              </a:extLst>
            </p:cNvPr>
            <p:cNvSpPr/>
            <p:nvPr/>
          </p:nvSpPr>
          <p:spPr>
            <a:xfrm rot="13500000" flipH="1">
              <a:off x="299369" y="4293587"/>
              <a:ext cx="528162" cy="30184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9170" latinLnBrk="1"/>
              <a:endParaRPr lang="ko-KR" altLang="en-US" sz="2400">
                <a:solidFill>
                  <a:prstClr val="white"/>
                </a:solidFill>
                <a:latin typeface="Arial"/>
                <a:ea typeface="Arial Unicode M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8667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Logos &amp; Press Kit | Datadog">
            <a:extLst>
              <a:ext uri="{FF2B5EF4-FFF2-40B4-BE49-F238E27FC236}">
                <a16:creationId xmlns:a16="http://schemas.microsoft.com/office/drawing/2014/main" id="{7FC52B5E-C2CB-2807-CD78-14B95109A7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863" y="1357486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C8ECE297-1C84-45BC-AAFB-C69C53FFA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032" y="523798"/>
            <a:ext cx="1621135" cy="461665"/>
          </a:xfrm>
        </p:spPr>
        <p:txBody>
          <a:bodyPr/>
          <a:lstStyle/>
          <a:p>
            <a:r>
              <a:rPr lang="fr-FR" sz="2400" dirty="0"/>
              <a:t>OUTILS</a:t>
            </a:r>
            <a:endParaRPr lang="fr-FR" sz="2400" b="0" dirty="0">
              <a:solidFill>
                <a:srgbClr val="000000"/>
              </a:solidFill>
            </a:endParaRPr>
          </a:p>
          <a:p>
            <a:endParaRPr lang="fr-FR" sz="2400" dirty="0">
              <a:ea typeface="Verdana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E16E12-290E-4DD5-A374-9078B167A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8FB57-F304-4662-B848-B2A660A6857D}" type="slidenum">
              <a:rPr kumimoji="0" lang="fr-FR" sz="800" b="0" i="0" u="none" strike="noStrike" kern="1200" cap="none" spc="0" normalizeH="0" baseline="0" noProof="0" smtClean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800" b="0" i="0" u="none" strike="noStrike" kern="1200" cap="none" spc="0" normalizeH="0" baseline="0" noProof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4EA9B10-C7F5-8297-7F79-9664178F3073}"/>
              </a:ext>
            </a:extLst>
          </p:cNvPr>
          <p:cNvSpPr txBox="1"/>
          <p:nvPr/>
        </p:nvSpPr>
        <p:spPr>
          <a:xfrm>
            <a:off x="7510297" y="1104218"/>
            <a:ext cx="12992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Datadog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61D0D0F-6A6F-5996-27E7-5EC81C72E597}"/>
              </a:ext>
            </a:extLst>
          </p:cNvPr>
          <p:cNvSpPr txBox="1"/>
          <p:nvPr/>
        </p:nvSpPr>
        <p:spPr>
          <a:xfrm>
            <a:off x="2642739" y="3869490"/>
            <a:ext cx="15313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Dynatrace</a:t>
            </a:r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0D16832-E9F7-5AA1-46F6-DDC670809E58}"/>
              </a:ext>
            </a:extLst>
          </p:cNvPr>
          <p:cNvSpPr txBox="1"/>
          <p:nvPr/>
        </p:nvSpPr>
        <p:spPr>
          <a:xfrm>
            <a:off x="6153866" y="3888286"/>
            <a:ext cx="4956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Amazon Managed Grafana (AMG)</a:t>
            </a:r>
            <a:endParaRPr lang="fr-FR" dirty="0"/>
          </a:p>
        </p:txBody>
      </p:sp>
      <p:pic>
        <p:nvPicPr>
          <p:cNvPr id="8196" name="Picture 4" descr="Logo Dynatrace PNG transparents - StickPNG">
            <a:extLst>
              <a:ext uri="{FF2B5EF4-FFF2-40B4-BE49-F238E27FC236}">
                <a16:creationId xmlns:a16="http://schemas.microsoft.com/office/drawing/2014/main" id="{3E50C619-FB08-CF91-8E19-61987534E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871" y="4305204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 descr="Amazon Managed Grafana ワークスペースの作成と SAML の構成を AWS CDK で行ってみた | DevelopersIO">
            <a:extLst>
              <a:ext uri="{FF2B5EF4-FFF2-40B4-BE49-F238E27FC236}">
                <a16:creationId xmlns:a16="http://schemas.microsoft.com/office/drawing/2014/main" id="{B18D6174-6141-7924-D4D5-92C57C507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847" y="4410473"/>
            <a:ext cx="2952750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7131EB4F-9C52-F37A-0DB9-89E6E31254DA}"/>
              </a:ext>
            </a:extLst>
          </p:cNvPr>
          <p:cNvSpPr txBox="1"/>
          <p:nvPr/>
        </p:nvSpPr>
        <p:spPr>
          <a:xfrm>
            <a:off x="2713832" y="1111723"/>
            <a:ext cx="1436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Centreon</a:t>
            </a:r>
            <a:endParaRPr lang="fr-FR" dirty="0"/>
          </a:p>
        </p:txBody>
      </p:sp>
      <p:pic>
        <p:nvPicPr>
          <p:cNvPr id="1026" name="Picture 2" descr="Centreon : Plateforme d'Observabilité">
            <a:extLst>
              <a:ext uri="{FF2B5EF4-FFF2-40B4-BE49-F238E27FC236}">
                <a16:creationId xmlns:a16="http://schemas.microsoft.com/office/drawing/2014/main" id="{76080408-EFAA-F73C-E6BD-28022D6D8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346" y="1733475"/>
            <a:ext cx="2686010" cy="1381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5357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40C0B-BFBD-C4F5-6D62-B311A6B94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88B87B-2E16-222F-94D6-A12F4362D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398FB57-F304-4662-B848-B2A660A6857D}" type="slidenum">
              <a:rPr lang="fr-FR" noProof="0" smtClean="0"/>
              <a:pPr/>
              <a:t>5</a:t>
            </a:fld>
            <a:endParaRPr lang="fr-FR" noProof="0"/>
          </a:p>
        </p:txBody>
      </p:sp>
      <p:sp>
        <p:nvSpPr>
          <p:cNvPr id="9" name="Title 25">
            <a:extLst>
              <a:ext uri="{FF2B5EF4-FFF2-40B4-BE49-F238E27FC236}">
                <a16:creationId xmlns:a16="http://schemas.microsoft.com/office/drawing/2014/main" id="{766C57C2-B845-9A1A-39F0-1437E0687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38" y="327446"/>
            <a:ext cx="11191875" cy="460375"/>
          </a:xfrm>
        </p:spPr>
        <p:txBody>
          <a:bodyPr/>
          <a:lstStyle/>
          <a:p>
            <a:r>
              <a:rPr lang="fr-FR" sz="2400" dirty="0"/>
              <a:t>Centreon</a:t>
            </a:r>
            <a:br>
              <a:rPr lang="fr-FR" sz="2400" dirty="0"/>
            </a:br>
            <a:r>
              <a:rPr lang="fr-FR" sz="2000" dirty="0"/>
              <a:t>Sur quoi Centreon est basé ?</a:t>
            </a:r>
            <a:br>
              <a:rPr lang="fr-FR" sz="2400" dirty="0"/>
            </a:br>
            <a:br>
              <a:rPr lang="fr-FR" sz="2400" dirty="0"/>
            </a:br>
            <a:endParaRPr lang="fr-FR" sz="1200" b="0" dirty="0">
              <a:solidFill>
                <a:srgbClr val="000000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5ABA71B-8310-2599-7D83-5019869DBE49}"/>
              </a:ext>
            </a:extLst>
          </p:cNvPr>
          <p:cNvSpPr txBox="1"/>
          <p:nvPr/>
        </p:nvSpPr>
        <p:spPr>
          <a:xfrm>
            <a:off x="312537" y="1302149"/>
            <a:ext cx="106041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Architecture modulaire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Centreon Broker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Base de données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Interface web PHP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Protocoles standards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D8732F2-273C-208E-9CB3-FAA1AF1D7DC3}"/>
              </a:ext>
            </a:extLst>
          </p:cNvPr>
          <p:cNvSpPr txBox="1"/>
          <p:nvPr/>
        </p:nvSpPr>
        <p:spPr>
          <a:xfrm>
            <a:off x="312537" y="2970528"/>
            <a:ext cx="1060411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Avantages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 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effectLst/>
              </a:rPr>
              <a:t>Flexibilité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fr-FR" altLang="fr-FR" dirty="0"/>
              <a:t>Efficace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effectLst/>
              </a:rPr>
              <a:t> pour l’on-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effectLst/>
              </a:rPr>
              <a:t>prem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effectLst/>
              </a:rPr>
              <a:t> (Une solution </a:t>
            </a:r>
            <a:r>
              <a:rPr lang="fr-FR" altLang="fr-FR" dirty="0"/>
              <a:t>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effectLst/>
              </a:rPr>
              <a:t>aaS existe)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altLang="fr-FR" dirty="0"/>
              <a:t>Tarifs </a:t>
            </a:r>
            <a:r>
              <a:rPr lang="fr-FR" dirty="0"/>
              <a:t>≈ 17 500–25 000 €/an/1000 hôtes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altLang="fr-FR" b="1" dirty="0">
              <a:solidFill>
                <a:schemeClr val="accent1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b="1" dirty="0">
                <a:solidFill>
                  <a:schemeClr val="accent1"/>
                </a:solidFill>
              </a:rPr>
              <a:t>I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nconvénients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fr-FR" altLang="fr-FR" dirty="0"/>
              <a:t>Peu adapté au full cloud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effectLst/>
              </a:rPr>
              <a:t>Maintenance de l’infrastructure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fr-FR" altLang="fr-FR" dirty="0"/>
              <a:t>F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effectLst/>
              </a:rPr>
              <a:t>ocalisé sur métriques techniques</a:t>
            </a:r>
          </a:p>
        </p:txBody>
      </p:sp>
    </p:spTree>
    <p:extLst>
      <p:ext uri="{BB962C8B-B14F-4D97-AF65-F5344CB8AC3E}">
        <p14:creationId xmlns:p14="http://schemas.microsoft.com/office/powerpoint/2010/main" val="90047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4DE429-E7BB-27F9-34B4-ACD3CD9610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398FB57-F304-4662-B848-B2A660A6857D}" type="slidenum">
              <a:rPr lang="fr-FR" noProof="0" smtClean="0"/>
              <a:pPr/>
              <a:t>6</a:t>
            </a:fld>
            <a:endParaRPr lang="fr-FR" noProof="0"/>
          </a:p>
        </p:txBody>
      </p:sp>
      <p:pic>
        <p:nvPicPr>
          <p:cNvPr id="3074" name="Picture 2" descr="À l'intérieur de Centreon | Centreon Documentation">
            <a:extLst>
              <a:ext uri="{FF2B5EF4-FFF2-40B4-BE49-F238E27FC236}">
                <a16:creationId xmlns:a16="http://schemas.microsoft.com/office/drawing/2014/main" id="{1899E0D0-0B1F-594F-4CAE-BFC9E7FE3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687" y="939114"/>
            <a:ext cx="9165671" cy="5180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25">
            <a:extLst>
              <a:ext uri="{FF2B5EF4-FFF2-40B4-BE49-F238E27FC236}">
                <a16:creationId xmlns:a16="http://schemas.microsoft.com/office/drawing/2014/main" id="{94F75167-2A21-EAED-FF77-3C837B89C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38" y="327446"/>
            <a:ext cx="11191875" cy="460375"/>
          </a:xfrm>
        </p:spPr>
        <p:txBody>
          <a:bodyPr/>
          <a:lstStyle/>
          <a:p>
            <a:r>
              <a:rPr lang="fr-FR" sz="2400" dirty="0"/>
              <a:t>Centreon</a:t>
            </a:r>
            <a:br>
              <a:rPr lang="fr-FR" sz="2400" dirty="0"/>
            </a:br>
            <a:endParaRPr lang="fr-FR" sz="1200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2534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A00B8-CF5A-45D8-4B4D-92C1C9CEA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F65921D5-15DD-2469-D9DD-DA65829D8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032" y="523798"/>
            <a:ext cx="11190793" cy="461665"/>
          </a:xfrm>
        </p:spPr>
        <p:txBody>
          <a:bodyPr/>
          <a:lstStyle/>
          <a:p>
            <a:r>
              <a:rPr lang="fr-FR" sz="2400" dirty="0" err="1"/>
              <a:t>Datadog</a:t>
            </a:r>
            <a:br>
              <a:rPr lang="fr-FR" sz="2400" dirty="0"/>
            </a:b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920024"/>
                </a:solidFill>
                <a:effectLst/>
                <a:uLnTx/>
                <a:uFillTx/>
                <a:latin typeface="Verdana"/>
                <a:ea typeface="+mj-ea"/>
                <a:cs typeface="+mj-cs"/>
              </a:rPr>
              <a:t>Sur quoi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20024"/>
                </a:solidFill>
                <a:effectLst/>
                <a:uLnTx/>
                <a:uFillTx/>
                <a:latin typeface="Verdana"/>
                <a:ea typeface="+mj-ea"/>
                <a:cs typeface="+mj-cs"/>
              </a:rPr>
              <a:t>Datadog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920024"/>
                </a:solidFill>
                <a:effectLst/>
                <a:uLnTx/>
                <a:uFillTx/>
                <a:latin typeface="Verdana"/>
                <a:ea typeface="+mj-ea"/>
                <a:cs typeface="+mj-cs"/>
              </a:rPr>
              <a:t> est basé ?</a:t>
            </a:r>
            <a:br>
              <a:rPr lang="fr-FR" sz="2400" dirty="0"/>
            </a:br>
            <a:endParaRPr lang="fr-FR" sz="1200" b="0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116FD3-9868-532E-6ECA-46FDFD96CC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8FB57-F304-4662-B848-B2A660A6857D}" type="slidenum">
              <a:rPr kumimoji="0" lang="fr-FR" sz="800" b="0" i="0" u="none" strike="noStrike" kern="1200" cap="none" spc="0" normalizeH="0" baseline="0" noProof="0" smtClean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800" b="0" i="0" u="none" strike="noStrike" kern="1200" cap="none" spc="0" normalizeH="0" baseline="0" noProof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3" name="Picture 2" descr="Logos &amp; Press Kit | Datadog">
            <a:extLst>
              <a:ext uri="{FF2B5EF4-FFF2-40B4-BE49-F238E27FC236}">
                <a16:creationId xmlns:a16="http://schemas.microsoft.com/office/drawing/2014/main" id="{4A2AC8B9-B460-0363-A0A0-1270ADF10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667" y="113639"/>
            <a:ext cx="1281981" cy="1281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6372EFD-1BED-61B6-CC64-AD302AE92F87}"/>
              </a:ext>
            </a:extLst>
          </p:cNvPr>
          <p:cNvSpPr txBox="1"/>
          <p:nvPr/>
        </p:nvSpPr>
        <p:spPr>
          <a:xfrm>
            <a:off x="497032" y="1358549"/>
            <a:ext cx="984210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Agent </a:t>
            </a:r>
            <a:r>
              <a:rPr lang="fr-FR" dirty="0" err="1"/>
              <a:t>Datadog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+1000 Intégrations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Plateforme SaaS centralisée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Instrumentation APM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Dashboards &amp; </a:t>
            </a:r>
            <a:r>
              <a:rPr lang="fr-FR" dirty="0" err="1"/>
              <a:t>alerting</a:t>
            </a:r>
            <a:r>
              <a:rPr lang="fr-FR" dirty="0"/>
              <a:t> en temps réel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C05C6F4-9355-7730-C41E-7695CA89DF06}"/>
              </a:ext>
            </a:extLst>
          </p:cNvPr>
          <p:cNvSpPr txBox="1"/>
          <p:nvPr/>
        </p:nvSpPr>
        <p:spPr>
          <a:xfrm>
            <a:off x="497032" y="2971804"/>
            <a:ext cx="1126320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Avantages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 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effectLst/>
              </a:rPr>
              <a:t>Nativement cloud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effectLst/>
              </a:rPr>
              <a:t>Plateforme unifiée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effectLst/>
              </a:rPr>
              <a:t>Pas d’infrastructure à gérer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fr-FR" altLang="fr-FR" dirty="0"/>
              <a:t>Supporte les checks personnalisés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dirty="0"/>
              <a:t>-  Bits AI SRE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b="1" dirty="0">
                <a:solidFill>
                  <a:schemeClr val="accent1"/>
                </a:solidFill>
              </a:rPr>
              <a:t>I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nconvénients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altLang="fr-FR" dirty="0"/>
              <a:t>Coût élevé </a:t>
            </a:r>
            <a:r>
              <a:rPr lang="fr-FR" dirty="0"/>
              <a:t>≈ 276 000 $/an/1000hôtes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effectLst/>
              </a:rPr>
              <a:t>Dépendance à un fournisseur SaaS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effectLst/>
              </a:rPr>
              <a:t>Peut être complexe si on n’utilise pas tout l’écosystème</a:t>
            </a:r>
          </a:p>
        </p:txBody>
      </p:sp>
    </p:spTree>
    <p:extLst>
      <p:ext uri="{BB962C8B-B14F-4D97-AF65-F5344CB8AC3E}">
        <p14:creationId xmlns:p14="http://schemas.microsoft.com/office/powerpoint/2010/main" val="1952583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1ED24A-8D8A-BA62-9FCA-B277D7E9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Datadog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30A6A0-F7E6-8B10-4C92-FA11BF05F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398FB57-F304-4662-B848-B2A660A6857D}" type="slidenum">
              <a:rPr lang="fr-FR" noProof="0" smtClean="0"/>
              <a:pPr/>
              <a:t>8</a:t>
            </a:fld>
            <a:endParaRPr lang="fr-FR" noProof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C48D8EE-8FEE-12E3-DFFF-AF67628D4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78" y="1519881"/>
            <a:ext cx="10774784" cy="4221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0191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057A8-F52F-ADF7-EDE1-2238811B5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79EBAD45-7CD3-794E-44EF-3812444AE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032" y="523798"/>
            <a:ext cx="11190793" cy="461665"/>
          </a:xfrm>
        </p:spPr>
        <p:txBody>
          <a:bodyPr/>
          <a:lstStyle/>
          <a:p>
            <a:r>
              <a:rPr lang="fr-FR" sz="2400" dirty="0" err="1"/>
              <a:t>Dynatrace</a:t>
            </a:r>
            <a:br>
              <a:rPr lang="fr-FR" sz="2400" dirty="0"/>
            </a:br>
            <a:r>
              <a:rPr lang="fr-FR" sz="2000" dirty="0"/>
              <a:t>Sur quoi </a:t>
            </a:r>
            <a:r>
              <a:rPr lang="fr-FR" sz="2000" dirty="0" err="1"/>
              <a:t>Dynatrace</a:t>
            </a:r>
            <a:r>
              <a:rPr lang="fr-FR" sz="2000" dirty="0"/>
              <a:t> est basé</a:t>
            </a:r>
            <a:endParaRPr lang="fr-FR" sz="2000" b="0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65C3CD-5F57-B0EE-EEC1-7A8AFDD0BF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8FB57-F304-4662-B848-B2A660A6857D}" type="slidenum">
              <a:rPr kumimoji="0" lang="fr-FR" sz="800" b="0" i="0" u="none" strike="noStrike" kern="1200" cap="none" spc="0" normalizeH="0" baseline="0" noProof="0" smtClean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fr-FR" sz="800" b="0" i="0" u="none" strike="noStrike" kern="1200" cap="none" spc="0" normalizeH="0" baseline="0" noProof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3" name="Picture 4" descr="Logo Dynatrace PNG transparents - StickPNG">
            <a:extLst>
              <a:ext uri="{FF2B5EF4-FFF2-40B4-BE49-F238E27FC236}">
                <a16:creationId xmlns:a16="http://schemas.microsoft.com/office/drawing/2014/main" id="{E7814E1F-70BB-3B17-0D9A-811CD1C48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4565" y="167400"/>
            <a:ext cx="1100410" cy="1100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31D36BE7-F6DF-7591-E302-EFD0701BF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032" y="1406309"/>
            <a:ext cx="922343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OneAgent</a:t>
            </a:r>
            <a:r>
              <a:rPr kumimoji="0" lang="fr-FR" altLang="fr-F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Davis AI </a:t>
            </a:r>
            <a:endParaRPr lang="fr-FR" altLang="fr-FR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Plateforme SaaS (ou </a:t>
            </a:r>
            <a:r>
              <a:rPr kumimoji="0" lang="fr-FR" altLang="fr-F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Managed</a:t>
            </a:r>
            <a:r>
              <a:rPr kumimoji="0" lang="fr-FR" altLang="fr-F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sur demande)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fr-FR" altLang="fr-F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Intégrations </a:t>
            </a:r>
            <a:r>
              <a:rPr lang="fr-FR" altLang="fr-FR" dirty="0"/>
              <a:t>AWS</a:t>
            </a:r>
            <a:r>
              <a:rPr kumimoji="0" lang="fr-FR" altLang="fr-F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natives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740FCF-0929-13CC-21A1-8004422DD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032" y="2917881"/>
            <a:ext cx="1140872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Avantages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 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dirty="0"/>
              <a:t>Auto-instrumentation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dirty="0"/>
              <a:t>Cloud / </a:t>
            </a:r>
            <a:r>
              <a:rPr lang="fr-FR" dirty="0" err="1"/>
              <a:t>Kubernetes</a:t>
            </a:r>
            <a:r>
              <a:rPr lang="fr-FR" dirty="0"/>
              <a:t> / </a:t>
            </a:r>
            <a:r>
              <a:rPr lang="fr-FR" dirty="0" err="1"/>
              <a:t>microservices</a:t>
            </a:r>
            <a:endParaRPr kumimoji="0" lang="fr-FR" altLang="fr-FR" sz="1800" i="0" u="none" strike="noStrike" cap="none" normalizeH="0" baseline="0" dirty="0">
              <a:ln>
                <a:noFill/>
              </a:ln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sz="1800" i="0" u="none" strike="noStrike" cap="none" normalizeH="0" baseline="0" dirty="0">
                <a:ln>
                  <a:noFill/>
                </a:ln>
                <a:effectLst/>
              </a:rPr>
              <a:t>Davis AI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fr-FR" altLang="fr-FR" dirty="0"/>
              <a:t>Maintenance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fr-FR" altLang="fr-FR" dirty="0"/>
              <a:t>Visibilité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b="1" dirty="0">
                <a:solidFill>
                  <a:schemeClr val="accent1"/>
                </a:solidFill>
              </a:rPr>
              <a:t>I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nconvénients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altLang="fr-FR" dirty="0"/>
              <a:t>Très coûteux </a:t>
            </a:r>
            <a:r>
              <a:rPr lang="fr-FR" dirty="0"/>
              <a:t>≈ 888 000 $/an/1000 hôtes</a:t>
            </a:r>
            <a:endParaRPr lang="fr-FR" altLang="fr-FR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effectLst/>
              </a:rPr>
              <a:t>Peu flexible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fr-FR" altLang="fr-FR" dirty="0"/>
              <a:t>L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effectLst/>
              </a:rPr>
              <a:t>ogique interne moins transparente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dirty="0" err="1"/>
              <a:t>Vendor</a:t>
            </a:r>
            <a:r>
              <a:rPr lang="fr-FR" dirty="0"/>
              <a:t> lock-in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02887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C8ECE297-1C84-45BC-AAFB-C69C53FFA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032" y="523798"/>
            <a:ext cx="11190793" cy="461665"/>
          </a:xfrm>
        </p:spPr>
        <p:txBody>
          <a:bodyPr/>
          <a:lstStyle/>
          <a:p>
            <a:r>
              <a:rPr lang="fr-FR" sz="2400" dirty="0" err="1"/>
              <a:t>Dynatrace</a:t>
            </a:r>
            <a:endParaRPr lang="fr-FR" sz="1200" b="0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E16E12-290E-4DD5-A374-9078B167A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8FB57-F304-4662-B848-B2A660A6857D}" type="slidenum">
              <a:rPr kumimoji="0" lang="fr-FR" sz="800" b="0" i="0" u="none" strike="noStrike" kern="1200" cap="none" spc="0" normalizeH="0" baseline="0" noProof="0" smtClean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r-FR" sz="800" b="0" i="0" u="none" strike="noStrike" kern="1200" cap="none" spc="0" normalizeH="0" baseline="0" noProof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DC6C563-DA5B-F4EB-B71A-C96A7BE54910}"/>
              </a:ext>
            </a:extLst>
          </p:cNvPr>
          <p:cNvSpPr txBox="1"/>
          <p:nvPr/>
        </p:nvSpPr>
        <p:spPr>
          <a:xfrm>
            <a:off x="3048778" y="325366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kern="1200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Type</a:t>
            </a:r>
            <a:endParaRPr lang="fr-FR" sz="1800" dirty="0"/>
          </a:p>
        </p:txBody>
      </p:sp>
      <p:pic>
        <p:nvPicPr>
          <p:cNvPr id="2" name="Picture 4" descr="Logo Dynatrace PNG transparents - StickPNG">
            <a:extLst>
              <a:ext uri="{FF2B5EF4-FFF2-40B4-BE49-F238E27FC236}">
                <a16:creationId xmlns:a16="http://schemas.microsoft.com/office/drawing/2014/main" id="{CB3DBE1F-5013-DE4C-E3AC-8BCBFE65A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4565" y="167400"/>
            <a:ext cx="1100410" cy="1100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DBFCD8E-A105-2E7A-1865-099441CA6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452" y="963954"/>
            <a:ext cx="10012963" cy="5718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1139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4B132-DD34-4810-6982-73CF24B33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78F43FEB-2ABB-A99C-7082-8774542CA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032" y="523798"/>
            <a:ext cx="8288621" cy="46166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400" dirty="0">
                <a:ea typeface="Verdana"/>
              </a:rPr>
              <a:t>Amazon </a:t>
            </a:r>
            <a:r>
              <a:rPr lang="fr-FR" sz="2400" dirty="0" err="1">
                <a:ea typeface="Verdana"/>
              </a:rPr>
              <a:t>Managed</a:t>
            </a:r>
            <a:r>
              <a:rPr lang="fr-FR" sz="2400" dirty="0">
                <a:ea typeface="Verdana"/>
              </a:rPr>
              <a:t> </a:t>
            </a:r>
            <a:r>
              <a:rPr lang="fr-FR" sz="2400" dirty="0" err="1">
                <a:ea typeface="Verdana"/>
              </a:rPr>
              <a:t>Grafana</a:t>
            </a:r>
            <a:r>
              <a:rPr lang="fr-FR" sz="2400" dirty="0">
                <a:ea typeface="Verdana"/>
              </a:rPr>
              <a:t> (AMG)</a:t>
            </a:r>
            <a:r>
              <a:rPr lang="en-US" dirty="0"/>
              <a:t> </a:t>
            </a:r>
            <a:r>
              <a:rPr lang="en-US" sz="2400" dirty="0"/>
              <a:t>+ CloudWatch</a:t>
            </a:r>
            <a:br>
              <a:rPr lang="en-US" sz="2400" dirty="0"/>
            </a:b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920024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Sur quoi AMG + CloudWatch est basé</a:t>
            </a:r>
            <a:b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920024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</a:br>
            <a:endParaRPr lang="fr-FR" sz="1200" dirty="0">
              <a:ea typeface="Verdana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8C6DED-AB61-3E74-7F12-8B0D9CE4F6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8FB57-F304-4662-B848-B2A660A6857D}" type="slidenum">
              <a:rPr kumimoji="0" lang="fr-FR" sz="800" b="0" i="0" u="none" strike="noStrike" kern="1200" cap="none" spc="0" normalizeH="0" baseline="0" noProof="0" smtClean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r-FR" sz="800" b="0" i="0" u="none" strike="noStrike" kern="1200" cap="none" spc="0" normalizeH="0" baseline="0" noProof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3" name="Picture 10" descr="Amazon Managed Grafana ワークスペースの作成と SAML の構成を AWS CDK で行ってみた | DevelopersIO">
            <a:extLst>
              <a:ext uri="{FF2B5EF4-FFF2-40B4-BE49-F238E27FC236}">
                <a16:creationId xmlns:a16="http://schemas.microsoft.com/office/drawing/2014/main" id="{DD044038-172A-2D22-E482-82427583E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5978" y="268751"/>
            <a:ext cx="1672016" cy="879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72A1256F-BCF6-91E5-A6AE-9B28D119B0F7}"/>
              </a:ext>
            </a:extLst>
          </p:cNvPr>
          <p:cNvSpPr txBox="1"/>
          <p:nvPr/>
        </p:nvSpPr>
        <p:spPr>
          <a:xfrm>
            <a:off x="452384" y="1020851"/>
            <a:ext cx="639037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fr-FR" sz="2000" b="1" dirty="0">
              <a:solidFill>
                <a:schemeClr val="accent4"/>
              </a:solidFill>
              <a:latin typeface="+mj-lt"/>
              <a:ea typeface="Verdana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Grafana</a:t>
            </a:r>
            <a:r>
              <a:rPr lang="fr-FR" dirty="0"/>
              <a:t> OSS géré par AWS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CloudWatch </a:t>
            </a:r>
            <a:r>
              <a:rPr lang="fr-FR" dirty="0" err="1"/>
              <a:t>Metrics</a:t>
            </a:r>
            <a:r>
              <a:rPr lang="fr-FR" dirty="0"/>
              <a:t> / Logs (Insights)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AWS X-Ray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Identity Center / IAM pour la gestion utilisateurs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3132BE9-5C20-364A-78AE-311B72B61E23}"/>
              </a:ext>
            </a:extLst>
          </p:cNvPr>
          <p:cNvSpPr txBox="1"/>
          <p:nvPr/>
        </p:nvSpPr>
        <p:spPr>
          <a:xfrm>
            <a:off x="497032" y="2641607"/>
            <a:ext cx="872868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b="1" dirty="0">
                <a:solidFill>
                  <a:srgbClr val="00B050"/>
                </a:solidFill>
              </a:rPr>
              <a:t>Avantages</a:t>
            </a:r>
            <a:r>
              <a:rPr lang="fr-FR" altLang="fr-FR" dirty="0">
                <a:solidFill>
                  <a:srgbClr val="00B050"/>
                </a:solidFill>
              </a:rPr>
              <a:t> :</a:t>
            </a: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Full </a:t>
            </a:r>
            <a:r>
              <a:rPr kumimoji="0" lang="fr-FR" altLang="fr-F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managed</a:t>
            </a:r>
            <a:endParaRPr lang="fr-FR" altLang="fr-FR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Observabilité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Multi-</a:t>
            </a:r>
            <a:r>
              <a:rPr kumimoji="0" lang="fr-FR" altLang="fr-F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accounts</a:t>
            </a:r>
            <a:r>
              <a:rPr kumimoji="0" lang="fr-FR" altLang="fr-F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/ Multi-régions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Sécurité / authentification simplifiée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altLang="fr-F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Fiabilité AWS SLA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‒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b="1" dirty="0">
                <a:solidFill>
                  <a:schemeClr val="accent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fr-FR" altLang="fr-FR" b="1" dirty="0">
                <a:solidFill>
                  <a:schemeClr val="accent1"/>
                </a:solidFill>
                <a:latin typeface="+mj-lt"/>
              </a:rPr>
              <a:t>nconvénients</a:t>
            </a:r>
            <a:r>
              <a:rPr lang="fr-FR" altLang="fr-FR" dirty="0">
                <a:solidFill>
                  <a:schemeClr val="accent1"/>
                </a:solidFill>
              </a:rPr>
              <a:t> :</a:t>
            </a:r>
            <a:endParaRPr lang="fr-FR" altLang="fr-FR" sz="105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dirty="0">
                <a:ea typeface="Aptos" panose="020B0004020202020204" pitchFamily="34" charset="0"/>
                <a:cs typeface="Times New Roman" panose="02020603050405020304" pitchFamily="18" charset="0"/>
              </a:rPr>
              <a:t>- CloudWatch : moins flexible que Prometheus / Loki / Tempo</a:t>
            </a:r>
          </a:p>
          <a:p>
            <a:r>
              <a:rPr lang="fr-FR" altLang="fr-FR" dirty="0">
                <a:ea typeface="Aptos" panose="020B0004020202020204" pitchFamily="34" charset="0"/>
                <a:cs typeface="Times New Roman" panose="02020603050405020304" pitchFamily="18" charset="0"/>
              </a:rPr>
              <a:t>- Coût </a:t>
            </a:r>
            <a:r>
              <a:rPr lang="fr-FR" dirty="0"/>
              <a:t>Basé sur le nombre d’utilisateurs et le volume de métriques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dirty="0"/>
              <a:t>- Fonctionnalités </a:t>
            </a:r>
            <a:r>
              <a:rPr lang="fr-FR" dirty="0" err="1"/>
              <a:t>Grafana</a:t>
            </a:r>
            <a:r>
              <a:rPr lang="fr-FR" dirty="0"/>
              <a:t> limitées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dirty="0">
                <a:ea typeface="Aptos" panose="020B0004020202020204" pitchFamily="34" charset="0"/>
                <a:cs typeface="Times New Roman" panose="02020603050405020304" pitchFamily="18" charset="0"/>
              </a:rPr>
              <a:t>- Limitations pour certains “checks simples”</a:t>
            </a:r>
          </a:p>
        </p:txBody>
      </p:sp>
    </p:spTree>
    <p:extLst>
      <p:ext uri="{BB962C8B-B14F-4D97-AF65-F5344CB8AC3E}">
        <p14:creationId xmlns:p14="http://schemas.microsoft.com/office/powerpoint/2010/main" val="1539646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68FFD10D-FF58-0FE4-8087-6237E1C182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67" b="7936"/>
          <a:stretch/>
        </p:blipFill>
        <p:spPr>
          <a:xfrm>
            <a:off x="370701" y="1197204"/>
            <a:ext cx="11170508" cy="5599012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5F48CC-4B45-313E-7906-561528720D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398FB57-F304-4662-B848-B2A660A6857D}" type="slidenum">
              <a:rPr lang="fr-FR" noProof="0" smtClean="0"/>
              <a:pPr/>
              <a:t>12</a:t>
            </a:fld>
            <a:endParaRPr lang="fr-FR" noProof="0"/>
          </a:p>
        </p:txBody>
      </p:sp>
      <p:sp>
        <p:nvSpPr>
          <p:cNvPr id="11" name="Title 25">
            <a:extLst>
              <a:ext uri="{FF2B5EF4-FFF2-40B4-BE49-F238E27FC236}">
                <a16:creationId xmlns:a16="http://schemas.microsoft.com/office/drawing/2014/main" id="{CDDD5E5E-4688-7FE9-A253-0651F64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033" y="523798"/>
            <a:ext cx="8436262" cy="461665"/>
          </a:xfrm>
        </p:spPr>
        <p:txBody>
          <a:bodyPr/>
          <a:lstStyle/>
          <a:p>
            <a:r>
              <a:rPr lang="fr-FR" sz="2400" dirty="0">
                <a:ea typeface="Verdana"/>
              </a:rPr>
              <a:t>Amazon Managed Grafana (AMG)</a:t>
            </a:r>
            <a:r>
              <a:rPr lang="en-US" dirty="0"/>
              <a:t> </a:t>
            </a:r>
            <a:r>
              <a:rPr lang="en-US" sz="2400" dirty="0"/>
              <a:t>+ CloudWatch</a:t>
            </a:r>
            <a:endParaRPr lang="fr-FR" sz="1200" dirty="0">
              <a:ea typeface="Verdana"/>
            </a:endParaRPr>
          </a:p>
        </p:txBody>
      </p:sp>
      <p:pic>
        <p:nvPicPr>
          <p:cNvPr id="12" name="Picture 10" descr="Amazon Managed Grafana ワークスペースの作成と SAML の構成を AWS CDK で行ってみた | DevelopersIO">
            <a:extLst>
              <a:ext uri="{FF2B5EF4-FFF2-40B4-BE49-F238E27FC236}">
                <a16:creationId xmlns:a16="http://schemas.microsoft.com/office/drawing/2014/main" id="{F80C6DCE-72FB-AB7F-AE24-5F3845378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6615" y="268751"/>
            <a:ext cx="1672016" cy="879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041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E16E12-290E-4DD5-A374-9078B167A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8FB57-F304-4662-B848-B2A660A6857D}" type="slidenum">
              <a:rPr kumimoji="0" lang="fr-FR" sz="800" b="0" i="0" u="none" strike="noStrike" kern="1200" cap="none" spc="0" normalizeH="0" baseline="0" noProof="0" smtClean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r-FR" sz="800" b="0" i="0" u="none" strike="noStrike" kern="1200" cap="none" spc="0" normalizeH="0" baseline="0" noProof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56F26B9B-A1B5-A886-2A16-52DDA6739F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593707"/>
              </p:ext>
            </p:extLst>
          </p:nvPr>
        </p:nvGraphicFramePr>
        <p:xfrm>
          <a:off x="0" y="0"/>
          <a:ext cx="12191999" cy="6376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524">
                  <a:extLst>
                    <a:ext uri="{9D8B030D-6E8A-4147-A177-3AD203B41FA5}">
                      <a16:colId xmlns:a16="http://schemas.microsoft.com/office/drawing/2014/main" val="4259020993"/>
                    </a:ext>
                  </a:extLst>
                </a:gridCol>
                <a:gridCol w="3058894">
                  <a:extLst>
                    <a:ext uri="{9D8B030D-6E8A-4147-A177-3AD203B41FA5}">
                      <a16:colId xmlns:a16="http://schemas.microsoft.com/office/drawing/2014/main" val="947714012"/>
                    </a:ext>
                  </a:extLst>
                </a:gridCol>
                <a:gridCol w="2170284">
                  <a:extLst>
                    <a:ext uri="{9D8B030D-6E8A-4147-A177-3AD203B41FA5}">
                      <a16:colId xmlns:a16="http://schemas.microsoft.com/office/drawing/2014/main" val="4214377099"/>
                    </a:ext>
                  </a:extLst>
                </a:gridCol>
                <a:gridCol w="1715320">
                  <a:extLst>
                    <a:ext uri="{9D8B030D-6E8A-4147-A177-3AD203B41FA5}">
                      <a16:colId xmlns:a16="http://schemas.microsoft.com/office/drawing/2014/main" val="2863763659"/>
                    </a:ext>
                  </a:extLst>
                </a:gridCol>
                <a:gridCol w="2557848">
                  <a:extLst>
                    <a:ext uri="{9D8B030D-6E8A-4147-A177-3AD203B41FA5}">
                      <a16:colId xmlns:a16="http://schemas.microsoft.com/office/drawing/2014/main" val="1131705826"/>
                    </a:ext>
                  </a:extLst>
                </a:gridCol>
                <a:gridCol w="1182129">
                  <a:extLst>
                    <a:ext uri="{9D8B030D-6E8A-4147-A177-3AD203B41FA5}">
                      <a16:colId xmlns:a16="http://schemas.microsoft.com/office/drawing/2014/main" val="2747267461"/>
                    </a:ext>
                  </a:extLst>
                </a:gridCol>
              </a:tblGrid>
              <a:tr h="643135">
                <a:tc>
                  <a:txBody>
                    <a:bodyPr/>
                    <a:lstStyle/>
                    <a:p>
                      <a:r>
                        <a:rPr lang="fr-FR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  <a:endParaRPr lang="fr-F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Modèle de tarification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Couverture fonctionnelle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Scalabilité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Facilité d'intégration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Support Premium</a:t>
                      </a:r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317094"/>
                  </a:ext>
                </a:extLst>
              </a:tr>
              <a:tr h="1312362">
                <a:tc>
                  <a:txBody>
                    <a:bodyPr/>
                    <a:lstStyle/>
                    <a:p>
                      <a:r>
                        <a:rPr lang="fr-FR" sz="1400" dirty="0" err="1"/>
                        <a:t>Datadog</a:t>
                      </a:r>
                      <a:endParaRPr lang="fr-F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Tarifs séparés pour APM, logs, infrastructure, etc. (ex. : formule entreprise 23 $/hôte/mois pour l'infra)</a:t>
                      </a:r>
                    </a:p>
                    <a:p>
                      <a:r>
                        <a:rPr lang="fr-FR" sz="1400" dirty="0"/>
                        <a:t> ≈23000$/mois/1000hôtes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Monitoring complet (APM, RUM, 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Très élevée, adaptée aux grandes entreprises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Intégrations natives avec de nombreux outils (ex. : </a:t>
                      </a:r>
                      <a:r>
                        <a:rPr lang="fr-FR" sz="1400" dirty="0" err="1"/>
                        <a:t>SNow</a:t>
                      </a:r>
                      <a:r>
                        <a:rPr lang="fr-FR" sz="1400" dirty="0"/>
                        <a:t>, AWS)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Oui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601113"/>
                  </a:ext>
                </a:extLst>
              </a:tr>
              <a:tr h="1070611">
                <a:tc>
                  <a:txBody>
                    <a:bodyPr/>
                    <a:lstStyle/>
                    <a:p>
                      <a:r>
                        <a:rPr lang="fr-FR" sz="1400" dirty="0" err="1"/>
                        <a:t>Dynatrace</a:t>
                      </a:r>
                      <a:endParaRPr lang="fr-F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Basé sur le nombre d'hôtes (ex. : 74 $/mois pour un hôte de 8 Go ≈74000$/mois/1000 hôtes)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Monitoring complet (APM, RUM, 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Très élevée, adaptée aux grandes entreprises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Intégrations natives avec de nombreux outils (ex. : </a:t>
                      </a:r>
                      <a:r>
                        <a:rPr lang="fr-FR" sz="1400" dirty="0" err="1"/>
                        <a:t>SNow</a:t>
                      </a:r>
                      <a:r>
                        <a:rPr lang="fr-FR" sz="1400" dirty="0"/>
                        <a:t>, AWS)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Oui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672154"/>
                  </a:ext>
                </a:extLst>
              </a:tr>
              <a:tr h="1795864">
                <a:tc>
                  <a:txBody>
                    <a:bodyPr/>
                    <a:lstStyle/>
                    <a:p>
                      <a:r>
                        <a:rPr lang="fr-FR" sz="1400" dirty="0">
                          <a:ea typeface="Verdana"/>
                        </a:rPr>
                        <a:t>Amazon </a:t>
                      </a:r>
                      <a:r>
                        <a:rPr lang="fr-FR" sz="1400" dirty="0" err="1">
                          <a:ea typeface="Verdana"/>
                        </a:rPr>
                        <a:t>Managed</a:t>
                      </a:r>
                      <a:r>
                        <a:rPr lang="fr-FR" sz="1400" dirty="0">
                          <a:ea typeface="Verdana"/>
                        </a:rPr>
                        <a:t> </a:t>
                      </a:r>
                      <a:r>
                        <a:rPr lang="fr-FR" sz="1400" dirty="0" err="1">
                          <a:ea typeface="Verdana"/>
                        </a:rPr>
                        <a:t>Grafana</a:t>
                      </a:r>
                      <a:r>
                        <a:rPr lang="fr-FR" sz="1400" dirty="0">
                          <a:ea typeface="Verdana"/>
                        </a:rPr>
                        <a:t> (AMG)</a:t>
                      </a:r>
                      <a:r>
                        <a:rPr lang="en-US" sz="1400" dirty="0"/>
                        <a:t> + CloudWatch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Basé sur le nombre d’utilisateurs et le volume de métriques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Visualisation Grafana gérée, alerting, dashboards + </a:t>
                      </a:r>
                      <a:r>
                        <a:rPr lang="fr-FR" sz="1400" dirty="0" err="1"/>
                        <a:t>integration</a:t>
                      </a:r>
                      <a:r>
                        <a:rPr lang="fr-FR" sz="1400" dirty="0"/>
                        <a:t> native collecte via CloudWatch pour métriques 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Élevée, adaptée aux environnements 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Intégration native avec AWS services; </a:t>
                      </a:r>
                      <a:r>
                        <a:rPr lang="fr-FR" sz="1400" dirty="0" err="1"/>
                        <a:t>SNow</a:t>
                      </a:r>
                      <a:r>
                        <a:rPr lang="fr-FR" sz="1400" dirty="0"/>
                        <a:t> possible via connecteurs externes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Oui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397764"/>
                  </a:ext>
                </a:extLst>
              </a:tr>
              <a:tr h="1554113">
                <a:tc>
                  <a:txBody>
                    <a:bodyPr/>
                    <a:lstStyle/>
                    <a:p>
                      <a:r>
                        <a:rPr lang="fr-FR" sz="1400" dirty="0"/>
                        <a:t>Centreon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 b="0" dirty="0"/>
                        <a:t>Business (licence payante) ≈ 175–250 €/an/hôte → ≈ 17 500–25 000 €/an/1000 hôtes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Supervision traditionnelle</a:t>
                      </a:r>
                    </a:p>
                    <a:p>
                      <a:r>
                        <a:rPr lang="fr-FR" sz="1400" dirty="0"/>
                        <a:t>(infrastructure, réseau, SNMP, plugins, métriques, </a:t>
                      </a:r>
                      <a:r>
                        <a:rPr lang="fr-FR" sz="1400" dirty="0" err="1"/>
                        <a:t>alerting</a:t>
                      </a:r>
                      <a:r>
                        <a:rPr lang="fr-FR" sz="1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Élevée, mais nécessite une architecture distribuée selon la taille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Intégration forte via plugins Pack (VMware, DB, réseau, cloud), protocoles standards (SNMP, SSH, NRPE, API)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Oui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492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096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D031D-4501-FED8-72C0-CABEE174F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1C858776-F503-82E3-F121-449DD3797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033" y="523798"/>
            <a:ext cx="6343606" cy="597424"/>
          </a:xfrm>
        </p:spPr>
        <p:txBody>
          <a:bodyPr/>
          <a:lstStyle/>
          <a:p>
            <a:r>
              <a:rPr lang="fr-FR" sz="2400" dirty="0">
                <a:ea typeface="Verdana"/>
              </a:rPr>
              <a:t>Ma supervision coup de cœur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D17762-F04A-FC78-2096-B466C56D3B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8FB57-F304-4662-B848-B2A660A6857D}" type="slidenum">
              <a:rPr kumimoji="0" lang="fr-FR" sz="800" b="0" i="0" u="none" strike="noStrike" kern="1200" cap="none" spc="0" normalizeH="0" baseline="0" noProof="0" smtClean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fr-FR" sz="800" b="0" i="0" u="none" strike="noStrike" kern="1200" cap="none" spc="0" normalizeH="0" baseline="0" noProof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6" name="Picture 2" descr="Logos &amp; Press Kit | Datadog">
            <a:extLst>
              <a:ext uri="{FF2B5EF4-FFF2-40B4-BE49-F238E27FC236}">
                <a16:creationId xmlns:a16="http://schemas.microsoft.com/office/drawing/2014/main" id="{34BC3CD6-BEE4-3B72-47C5-D03AEF41F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774" y="1295400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2F8F275E-D8DC-8588-FB54-8ADA4714EBDC}"/>
              </a:ext>
            </a:extLst>
          </p:cNvPr>
          <p:cNvSpPr txBox="1"/>
          <p:nvPr/>
        </p:nvSpPr>
        <p:spPr>
          <a:xfrm>
            <a:off x="2546950" y="1394255"/>
            <a:ext cx="89478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Atouts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Nativement cloud-first (AWS très bien intégré)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Plateforme unifiée</a:t>
            </a:r>
            <a:br>
              <a:rPr lang="fr-FR" dirty="0"/>
            </a:br>
            <a:r>
              <a:rPr lang="fr-FR" dirty="0"/>
              <a:t>(métriques + logs + traces + sécurité + </a:t>
            </a:r>
            <a:r>
              <a:rPr lang="fr-FR" dirty="0" err="1"/>
              <a:t>synthetics</a:t>
            </a:r>
            <a:r>
              <a:rPr lang="fr-F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Scalabilité automatique, pas d’infra à gérer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Forte visibilité bout-en-bout</a:t>
            </a:r>
          </a:p>
          <a:p>
            <a:endParaRPr lang="fr-FR" dirty="0"/>
          </a:p>
          <a:p>
            <a:r>
              <a:rPr lang="fr-FR" b="1" dirty="0"/>
              <a:t>Limites / à surveiller :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 coût peut être élevé avec 1000 hôtes + fréquence élevée, en particulier si beaucoup de modules sont activés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Vendor</a:t>
            </a:r>
            <a:r>
              <a:rPr lang="fr-FR" dirty="0"/>
              <a:t> lock-in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2345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527806" y="784832"/>
            <a:ext cx="4463033" cy="1425826"/>
          </a:xfrm>
        </p:spPr>
        <p:txBody>
          <a:bodyPr/>
          <a:lstStyle/>
          <a:p>
            <a:pPr algn="ctr"/>
            <a:r>
              <a:rPr lang="fr-FR" dirty="0"/>
              <a:t>Questions</a:t>
            </a:r>
            <a:br>
              <a:rPr lang="fr-FR" dirty="0"/>
            </a:br>
            <a:endParaRPr lang="en-US" dirty="0"/>
          </a:p>
        </p:txBody>
      </p:sp>
      <p:pic>
        <p:nvPicPr>
          <p:cNvPr id="9" name="Espace réservé pour une image  8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53925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F6970-AAB8-2B85-D7FB-A1542E109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2C5E98-08E0-69A8-F500-AF89BCFA01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27806" y="784832"/>
            <a:ext cx="4463033" cy="1425826"/>
          </a:xfrm>
        </p:spPr>
        <p:txBody>
          <a:bodyPr/>
          <a:lstStyle/>
          <a:p>
            <a:pPr algn="ctr"/>
            <a:r>
              <a:rPr lang="fr-FR" dirty="0"/>
              <a:t>Merci</a:t>
            </a:r>
            <a:br>
              <a:rPr lang="fr-FR" dirty="0"/>
            </a:br>
            <a:endParaRPr lang="en-US" dirty="0">
              <a:ea typeface="Verdana"/>
            </a:endParaRPr>
          </a:p>
        </p:txBody>
      </p:sp>
      <p:pic>
        <p:nvPicPr>
          <p:cNvPr id="9" name="Espace réservé pour une image  8">
            <a:extLst>
              <a:ext uri="{FF2B5EF4-FFF2-40B4-BE49-F238E27FC236}">
                <a16:creationId xmlns:a16="http://schemas.microsoft.com/office/drawing/2014/main" id="{6BDA5C13-110A-1C24-3F4B-6A383A95EBD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291066523"/>
      </p:ext>
    </p:extLst>
  </p:cSld>
  <p:clrMapOvr>
    <a:masterClrMapping/>
  </p:clrMapOvr>
</p:sld>
</file>

<file path=ppt/theme/theme1.xml><?xml version="1.0" encoding="utf-8"?>
<a:theme xmlns:a="http://schemas.openxmlformats.org/drawingml/2006/main" name="Couverture">
  <a:themeElements>
    <a:clrScheme name="transdev">
      <a:dk1>
        <a:srgbClr val="000000"/>
      </a:dk1>
      <a:lt1>
        <a:sysClr val="window" lastClr="FFFFFF"/>
      </a:lt1>
      <a:dk2>
        <a:srgbClr val="1E1E1E"/>
      </a:dk2>
      <a:lt2>
        <a:srgbClr val="F2B999"/>
      </a:lt2>
      <a:accent1>
        <a:srgbClr val="FF0000"/>
      </a:accent1>
      <a:accent2>
        <a:srgbClr val="A2CAB8"/>
      </a:accent2>
      <a:accent3>
        <a:srgbClr val="3391AA"/>
      </a:accent3>
      <a:accent4>
        <a:srgbClr val="920024"/>
      </a:accent4>
      <a:accent5>
        <a:srgbClr val="FF7841"/>
      </a:accent5>
      <a:accent6>
        <a:srgbClr val="3C0C44"/>
      </a:accent6>
      <a:hlink>
        <a:srgbClr val="1E1E1E"/>
      </a:hlink>
      <a:folHlink>
        <a:srgbClr val="1E1E1E"/>
      </a:folHlink>
    </a:clrScheme>
    <a:fontScheme name="Transdev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120E62B2-A9E8-43C9-842C-2CB35378A65C}" vid="{C7AE7F1F-513F-4E32-8484-7673D621BCA3}"/>
    </a:ext>
  </a:extLst>
</a:theme>
</file>

<file path=ppt/theme/theme2.xml><?xml version="1.0" encoding="utf-8"?>
<a:theme xmlns:a="http://schemas.openxmlformats.org/drawingml/2006/main" name="Transdev PPT 4x3 FR">
  <a:themeElements>
    <a:clrScheme name="Transdev PPT 2018_Colors">
      <a:dk1>
        <a:srgbClr val="1E1E1E"/>
      </a:dk1>
      <a:lt1>
        <a:sysClr val="window" lastClr="FFFFFF"/>
      </a:lt1>
      <a:dk2>
        <a:srgbClr val="FF0000"/>
      </a:dk2>
      <a:lt2>
        <a:srgbClr val="E7E7E8"/>
      </a:lt2>
      <a:accent1>
        <a:srgbClr val="A2CAB8"/>
      </a:accent1>
      <a:accent2>
        <a:srgbClr val="309CD6"/>
      </a:accent2>
      <a:accent3>
        <a:srgbClr val="F2B999"/>
      </a:accent3>
      <a:accent4>
        <a:srgbClr val="920024"/>
      </a:accent4>
      <a:accent5>
        <a:srgbClr val="FF7841"/>
      </a:accent5>
      <a:accent6>
        <a:srgbClr val="3C0C44"/>
      </a:accent6>
      <a:hlink>
        <a:srgbClr val="1E1E1E"/>
      </a:hlink>
      <a:folHlink>
        <a:srgbClr val="1E1E1E"/>
      </a:folHlink>
    </a:clrScheme>
    <a:fontScheme name="Transdev_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36000" tIns="0" rIns="36000" bIns="0" rtlCol="0">
        <a:spAutoFit/>
      </a:bodyPr>
      <a:lstStyle>
        <a:defPPr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nsdev Diaporama 4x3 v1.potx" id="{4C4966A8-5A4B-437B-843D-EB8B8E58730D}" vid="{973C6BBF-0FE5-4391-ABC3-F34252CD498D}"/>
    </a:ext>
  </a:extLst>
</a:theme>
</file>

<file path=ppt/theme/theme3.xml><?xml version="1.0" encoding="utf-8"?>
<a:theme xmlns:a="http://schemas.openxmlformats.org/drawingml/2006/main" name="Sommaire">
  <a:themeElements>
    <a:clrScheme name="couleurs Transdev 2024">
      <a:dk1>
        <a:srgbClr val="1E1E1E"/>
      </a:dk1>
      <a:lt1>
        <a:sysClr val="window" lastClr="FFFFFF"/>
      </a:lt1>
      <a:dk2>
        <a:srgbClr val="FF0000"/>
      </a:dk2>
      <a:lt2>
        <a:srgbClr val="E7E7E8"/>
      </a:lt2>
      <a:accent1>
        <a:srgbClr val="36A5AC"/>
      </a:accent1>
      <a:accent2>
        <a:srgbClr val="0077A3"/>
      </a:accent2>
      <a:accent3>
        <a:srgbClr val="ED936D"/>
      </a:accent3>
      <a:accent4>
        <a:srgbClr val="920024"/>
      </a:accent4>
      <a:accent5>
        <a:srgbClr val="EA5045"/>
      </a:accent5>
      <a:accent6>
        <a:srgbClr val="392150"/>
      </a:accent6>
      <a:hlink>
        <a:srgbClr val="1E1E1E"/>
      </a:hlink>
      <a:folHlink>
        <a:srgbClr val="1E1E1E"/>
      </a:folHlink>
    </a:clrScheme>
    <a:fontScheme name="Transdev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ansdev-masque-powerpoint-fr-2024" id="{8DC38EAA-32B9-4CDA-BF5C-4C7C2414CE38}" vid="{03B6000D-4528-4F78-AE67-46887DA57111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45721</TotalTime>
  <Words>2531</Words>
  <Application>Microsoft Office PowerPoint</Application>
  <PresentationFormat>Grand écran</PresentationFormat>
  <Paragraphs>352</Paragraphs>
  <Slides>16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16</vt:i4>
      </vt:variant>
    </vt:vector>
  </HeadingPairs>
  <TitlesOfParts>
    <vt:vector size="26" baseType="lpstr">
      <vt:lpstr>Aptos</vt:lpstr>
      <vt:lpstr>Arial</vt:lpstr>
      <vt:lpstr>Calibri</vt:lpstr>
      <vt:lpstr>Police système Courant</vt:lpstr>
      <vt:lpstr>Symbol</vt:lpstr>
      <vt:lpstr>Verdana</vt:lpstr>
      <vt:lpstr>Wingdings</vt:lpstr>
      <vt:lpstr>Couverture</vt:lpstr>
      <vt:lpstr>Transdev PPT 4x3 FR</vt:lpstr>
      <vt:lpstr>Sommaire</vt:lpstr>
      <vt:lpstr>PRESENTATION DEs SOLUTIONS DE SUPERVISION </vt:lpstr>
      <vt:lpstr>Présentation PowerPoint</vt:lpstr>
      <vt:lpstr>La supervision ?</vt:lpstr>
      <vt:lpstr>OUTILS </vt:lpstr>
      <vt:lpstr>Centreon Sur quoi Centreon est basé ?  </vt:lpstr>
      <vt:lpstr>Centreon </vt:lpstr>
      <vt:lpstr>Datadog Sur quoi Datadog est basé ? </vt:lpstr>
      <vt:lpstr>Datadog</vt:lpstr>
      <vt:lpstr>Dynatrace Sur quoi Dynatrace est basé</vt:lpstr>
      <vt:lpstr>Dynatrace</vt:lpstr>
      <vt:lpstr>Amazon Managed Grafana (AMG) + CloudWatch Sur quoi AMG + CloudWatch est basé </vt:lpstr>
      <vt:lpstr>Amazon Managed Grafana (AMG) + CloudWatch</vt:lpstr>
      <vt:lpstr>Présentation PowerPoint</vt:lpstr>
      <vt:lpstr>Ma supervision coup de cœur </vt:lpstr>
      <vt:lpstr>Questions </vt:lpstr>
      <vt:lpstr>Merci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BENSOUSSAN, Anatole</dc:creator>
  <cp:lastModifiedBy>BENSOUSSAN, Anatole</cp:lastModifiedBy>
  <cp:revision>2</cp:revision>
  <dcterms:created xsi:type="dcterms:W3CDTF">2025-10-30T10:00:58Z</dcterms:created>
  <dcterms:modified xsi:type="dcterms:W3CDTF">2026-01-09T13:50:05Z</dcterms:modified>
</cp:coreProperties>
</file>